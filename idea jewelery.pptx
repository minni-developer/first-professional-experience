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57" r:id="rId3"/>
    <p:sldId id="258" r:id="rId4"/>
    <p:sldId id="259" r:id="rId5"/>
    <p:sldId id="263" r:id="rId6"/>
    <p:sldId id="260" r:id="rId7"/>
    <p:sldId id="261" r:id="rId8"/>
    <p:sldId id="262" r:id="rId9"/>
    <p:sldId id="264" r:id="rId10"/>
    <p:sldId id="265" r:id="rId11"/>
    <p:sldId id="268" r:id="rId12"/>
    <p:sldId id="271"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499048-9F9F-A60A-2ABB-A042FB8E2A85}" v="44" dt="2024-03-14T15:51:48.893"/>
    <p1510:client id="{898E365A-61A5-46BD-8865-8CC15990D15C}" v="28" dt="2024-03-15T08:43:50.278"/>
    <p1510:client id="{BD5AFF9A-4D73-8FB6-B973-8DD98AE16B00}" v="3" dt="2024-03-15T17:45:13.980"/>
    <p1510:client id="{BEADC200-8DA3-8B36-344C-C22CBE057F72}" v="1446" dt="2024-03-15T07:34:12.419"/>
    <p1510:client id="{C2AB8F54-2F31-4A61-BAE6-079B257D46C5}" v="15" dt="2024-03-15T08:45:06.717"/>
    <p1510:client id="{E89F2780-A356-970D-0EB4-A94B84FDCA4F}" v="281" dt="2024-03-14T09:53:17.3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DC9A1A-90BB-4E18-9E65-4C0132C8363D}"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575A8A-54AF-4802-8D19-CC5B92CB2F8B}" type="slidenum">
              <a:rPr lang="en-US" smtClean="0"/>
              <a:t>‹#›</a:t>
            </a:fld>
            <a:endParaRPr lang="en-US"/>
          </a:p>
        </p:txBody>
      </p:sp>
    </p:spTree>
    <p:extLst>
      <p:ext uri="{BB962C8B-B14F-4D97-AF65-F5344CB8AC3E}">
        <p14:creationId xmlns:p14="http://schemas.microsoft.com/office/powerpoint/2010/main" val="1333629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575A8A-54AF-4802-8D19-CC5B92CB2F8B}" type="slidenum">
              <a:rPr lang="en-US" smtClean="0"/>
              <a:t>10</a:t>
            </a:fld>
            <a:endParaRPr lang="en-US"/>
          </a:p>
        </p:txBody>
      </p:sp>
    </p:spTree>
    <p:extLst>
      <p:ext uri="{BB962C8B-B14F-4D97-AF65-F5344CB8AC3E}">
        <p14:creationId xmlns:p14="http://schemas.microsoft.com/office/powerpoint/2010/main" val="4284311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575A8A-54AF-4802-8D19-CC5B92CB2F8B}" type="slidenum">
              <a:rPr lang="en-US" smtClean="0"/>
              <a:t>11</a:t>
            </a:fld>
            <a:endParaRPr lang="en-US"/>
          </a:p>
        </p:txBody>
      </p:sp>
    </p:spTree>
    <p:extLst>
      <p:ext uri="{BB962C8B-B14F-4D97-AF65-F5344CB8AC3E}">
        <p14:creationId xmlns:p14="http://schemas.microsoft.com/office/powerpoint/2010/main" val="4205116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AAC57AC0-940A-7825-A9F7-223D291544DB}"/>
              </a:ext>
            </a:extLst>
          </p:cNvPr>
          <p:cNvSpPr>
            <a:spLocks noGrp="1"/>
          </p:cNvSpPr>
          <p:nvPr>
            <p:ph type="pic" sz="quarter" idx="12"/>
          </p:nvPr>
        </p:nvSpPr>
        <p:spPr>
          <a:xfrm>
            <a:off x="9829800" y="6176963"/>
            <a:ext cx="1524000" cy="544512"/>
          </a:xfrm>
        </p:spPr>
        <p:txBody>
          <a:bodyPr/>
          <a:lstStyle>
            <a:lvl1pPr marL="0" indent="0">
              <a:buNone/>
              <a:defRPr/>
            </a:lvl1pPr>
          </a:lstStyle>
          <a:p>
            <a:endParaRPr lang="en-US" dirty="0"/>
          </a:p>
        </p:txBody>
      </p:sp>
      <p:pic>
        <p:nvPicPr>
          <p:cNvPr id="10" name="Picture 9" descr="A white star with a black background&#10;&#10;Description automatically generated">
            <a:extLst>
              <a:ext uri="{FF2B5EF4-FFF2-40B4-BE49-F238E27FC236}">
                <a16:creationId xmlns:a16="http://schemas.microsoft.com/office/drawing/2014/main" id="{1669B89D-5177-230C-68C8-8E7E069337C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2360" y="6203991"/>
            <a:ext cx="493227" cy="490456"/>
          </a:xfrm>
          <a:prstGeom prst="rect">
            <a:avLst/>
          </a:prstGeom>
        </p:spPr>
      </p:pic>
    </p:spTree>
    <p:extLst>
      <p:ext uri="{BB962C8B-B14F-4D97-AF65-F5344CB8AC3E}">
        <p14:creationId xmlns:p14="http://schemas.microsoft.com/office/powerpoint/2010/main" val="9491384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Graphic 4">
            <a:extLst>
              <a:ext uri="{FF2B5EF4-FFF2-40B4-BE49-F238E27FC236}">
                <a16:creationId xmlns:a16="http://schemas.microsoft.com/office/drawing/2014/main" id="{99334250-0EB2-129A-AE12-9A1155CEFF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02150" y="478339"/>
            <a:ext cx="6252161" cy="1951373"/>
          </a:xfrm>
          <a:prstGeom prst="rect">
            <a:avLst/>
          </a:prstGeom>
        </p:spPr>
      </p:pic>
      <p:pic>
        <p:nvPicPr>
          <p:cNvPr id="4" name="Graphic 3">
            <a:extLst>
              <a:ext uri="{FF2B5EF4-FFF2-40B4-BE49-F238E27FC236}">
                <a16:creationId xmlns:a16="http://schemas.microsoft.com/office/drawing/2014/main" id="{7A949F24-5D93-BFD1-8B91-F3225AF5227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01043" y="2908051"/>
            <a:ext cx="6535964" cy="3244286"/>
          </a:xfrm>
          <a:prstGeom prst="rect">
            <a:avLst/>
          </a:prstGeom>
        </p:spPr>
      </p:pic>
      <p:sp>
        <p:nvSpPr>
          <p:cNvPr id="2" name="Title 1"/>
          <p:cNvSpPr>
            <a:spLocks noGrp="1"/>
          </p:cNvSpPr>
          <p:nvPr>
            <p:ph type="ctrTitle"/>
          </p:nvPr>
        </p:nvSpPr>
        <p:spPr>
          <a:xfrm>
            <a:off x="660041" y="2767106"/>
            <a:ext cx="2880828" cy="3071906"/>
          </a:xfrm>
        </p:spPr>
        <p:txBody>
          <a:bodyPr anchor="t">
            <a:normAutofit/>
          </a:bodyPr>
          <a:lstStyle/>
          <a:p>
            <a:pPr algn="l"/>
            <a:r>
              <a:rPr lang="en-US" sz="4000" b="1" dirty="0">
                <a:solidFill>
                  <a:srgbClr val="FFFFFF"/>
                </a:solidFill>
                <a:ea typeface="Calibri Light"/>
                <a:cs typeface="Calibri Light"/>
              </a:rPr>
              <a:t>SEO Report</a:t>
            </a:r>
            <a:br>
              <a:rPr lang="en-US" sz="4000" b="1" dirty="0">
                <a:solidFill>
                  <a:srgbClr val="FFFFFF"/>
                </a:solidFill>
                <a:ea typeface="Calibri Light"/>
                <a:cs typeface="Calibri Light"/>
              </a:rPr>
            </a:br>
            <a:br>
              <a:rPr lang="en-US" sz="4000" b="1" dirty="0">
                <a:solidFill>
                  <a:srgbClr val="FFFFFF"/>
                </a:solidFill>
                <a:ea typeface="Calibri Light"/>
                <a:cs typeface="Calibri Light"/>
              </a:rPr>
            </a:br>
            <a:r>
              <a:rPr lang="en-US" sz="4000" b="1" dirty="0">
                <a:solidFill>
                  <a:srgbClr val="FFFFFF"/>
                </a:solidFill>
                <a:ea typeface="Calibri Light"/>
                <a:cs typeface="Calibri Light"/>
              </a:rPr>
              <a:t>Q1, 2024</a:t>
            </a:r>
          </a:p>
        </p:txBody>
      </p:sp>
      <p:sp>
        <p:nvSpPr>
          <p:cNvPr id="3" name="Subtitle 2"/>
          <p:cNvSpPr>
            <a:spLocks noGrp="1"/>
          </p:cNvSpPr>
          <p:nvPr>
            <p:ph type="subTitle" idx="1"/>
          </p:nvPr>
        </p:nvSpPr>
        <p:spPr>
          <a:xfrm>
            <a:off x="660042" y="806824"/>
            <a:ext cx="2919738" cy="1494117"/>
          </a:xfrm>
        </p:spPr>
        <p:txBody>
          <a:bodyPr vert="horz" lIns="91440" tIns="45720" rIns="91440" bIns="45720" rtlCol="0" anchor="b">
            <a:normAutofit/>
          </a:bodyPr>
          <a:lstStyle/>
          <a:p>
            <a:pPr algn="l"/>
            <a:r>
              <a:rPr lang="en-US" sz="2000" b="1" dirty="0">
                <a:solidFill>
                  <a:srgbClr val="FFFFFF"/>
                </a:solidFill>
                <a:ea typeface="Calibri"/>
                <a:cs typeface="Calibri"/>
              </a:rPr>
              <a:t>Ideal Jewelry</a:t>
            </a:r>
            <a:endParaRPr lang="en-US" sz="2000" b="1" dirty="0">
              <a:solidFill>
                <a:srgbClr val="FFFFFF"/>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4C6B5652-C661-4C58-B937-F0F490F7F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B936867-6407-43FB-9DE6-1B0879D0C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CD0B258-678B-4A8C-894F-848AF24A19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C8D58395-74AF-401A-AF2F-76B6FCF71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4" name="Rectangle 43">
            <a:extLst>
              <a:ext uri="{FF2B5EF4-FFF2-40B4-BE49-F238E27FC236}">
                <a16:creationId xmlns:a16="http://schemas.microsoft.com/office/drawing/2014/main" id="{2F003F3F-F118-41D2-AA3F-74DB0D197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78915-024C-0F6F-CD69-FCF063FD0ED3}"/>
              </a:ext>
            </a:extLst>
          </p:cNvPr>
          <p:cNvSpPr>
            <a:spLocks noGrp="1"/>
          </p:cNvSpPr>
          <p:nvPr>
            <p:ph type="title"/>
          </p:nvPr>
        </p:nvSpPr>
        <p:spPr>
          <a:xfrm>
            <a:off x="84282" y="396070"/>
            <a:ext cx="3682175" cy="1726644"/>
          </a:xfrm>
        </p:spPr>
        <p:txBody>
          <a:bodyPr vert="horz" lIns="91440" tIns="45720" rIns="91440" bIns="45720" rtlCol="0" anchor="b">
            <a:normAutofit/>
          </a:bodyPr>
          <a:lstStyle/>
          <a:p>
            <a:r>
              <a:rPr lang="en-US" sz="4000" b="1" dirty="0">
                <a:solidFill>
                  <a:srgbClr val="FFFFFF"/>
                </a:solidFill>
              </a:rPr>
              <a:t>SEO Scores Before</a:t>
            </a:r>
          </a:p>
        </p:txBody>
      </p:sp>
      <p:sp>
        <p:nvSpPr>
          <p:cNvPr id="29" name="TextBox 28">
            <a:extLst>
              <a:ext uri="{FF2B5EF4-FFF2-40B4-BE49-F238E27FC236}">
                <a16:creationId xmlns:a16="http://schemas.microsoft.com/office/drawing/2014/main" id="{E3881F61-AE09-5A68-A041-AFB4518C6834}"/>
              </a:ext>
            </a:extLst>
          </p:cNvPr>
          <p:cNvSpPr txBox="1"/>
          <p:nvPr/>
        </p:nvSpPr>
        <p:spPr>
          <a:xfrm>
            <a:off x="4213770" y="605992"/>
            <a:ext cx="7978210" cy="249409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dirty="0"/>
              <a:t>Each website has an SEO score based on many factors that shall be optimized.</a:t>
            </a:r>
          </a:p>
          <a:p>
            <a:pPr indent="-228600">
              <a:lnSpc>
                <a:spcPct val="90000"/>
              </a:lnSpc>
              <a:spcAft>
                <a:spcPts val="600"/>
              </a:spcAft>
              <a:buFont typeface="Arial" panose="020B0604020202020204" pitchFamily="34" charset="0"/>
              <a:buChar char="•"/>
            </a:pPr>
            <a:r>
              <a:rPr lang="en-US" sz="2000" dirty="0"/>
              <a:t>The initial score of website was </a:t>
            </a:r>
            <a:r>
              <a:rPr lang="en-US" sz="2000" b="1" dirty="0"/>
              <a:t>56% </a:t>
            </a:r>
            <a:r>
              <a:rPr lang="en-US" sz="2000" dirty="0"/>
              <a:t>as seen in the report snippet.</a:t>
            </a:r>
          </a:p>
          <a:p>
            <a:pPr indent="-228600">
              <a:lnSpc>
                <a:spcPct val="90000"/>
              </a:lnSpc>
              <a:spcAft>
                <a:spcPts val="600"/>
              </a:spcAft>
              <a:buFont typeface="Arial" panose="020B0604020202020204" pitchFamily="34" charset="0"/>
              <a:buChar char="•"/>
            </a:pPr>
            <a:r>
              <a:rPr lang="en-US" sz="2000" dirty="0"/>
              <a:t>The Website in terms of SEO, lacked a lot of improvements to rank better.</a:t>
            </a:r>
          </a:p>
        </p:txBody>
      </p:sp>
      <p:pic>
        <p:nvPicPr>
          <p:cNvPr id="4" name="Content Placeholder 3" descr="A screenshot of a web page&#10;&#10;Description automatically generated">
            <a:extLst>
              <a:ext uri="{FF2B5EF4-FFF2-40B4-BE49-F238E27FC236}">
                <a16:creationId xmlns:a16="http://schemas.microsoft.com/office/drawing/2014/main" id="{BBC738B0-E2B2-A8E8-FBE1-D75F254AE58E}"/>
              </a:ext>
            </a:extLst>
          </p:cNvPr>
          <p:cNvPicPr>
            <a:picLocks noGrp="1" noChangeAspect="1"/>
          </p:cNvPicPr>
          <p:nvPr>
            <p:ph idx="1"/>
          </p:nvPr>
        </p:nvPicPr>
        <p:blipFill rotWithShape="1">
          <a:blip r:embed="rId2"/>
          <a:srcRect l="2427" r="1677" b="36617"/>
          <a:stretch/>
        </p:blipFill>
        <p:spPr>
          <a:xfrm>
            <a:off x="4104336" y="3100091"/>
            <a:ext cx="8021142" cy="3684669"/>
          </a:xfrm>
          <a:prstGeom prst="rect">
            <a:avLst/>
          </a:prstGeom>
        </p:spPr>
      </p:pic>
      <p:grpSp>
        <p:nvGrpSpPr>
          <p:cNvPr id="6" name="Graphic 2">
            <a:extLst>
              <a:ext uri="{FF2B5EF4-FFF2-40B4-BE49-F238E27FC236}">
                <a16:creationId xmlns:a16="http://schemas.microsoft.com/office/drawing/2014/main" id="{0E3F42D6-3AC4-D2CE-979C-C5E31DFC4330}"/>
              </a:ext>
            </a:extLst>
          </p:cNvPr>
          <p:cNvGrpSpPr/>
          <p:nvPr/>
        </p:nvGrpSpPr>
        <p:grpSpPr>
          <a:xfrm>
            <a:off x="11245399" y="32421"/>
            <a:ext cx="862319" cy="762236"/>
            <a:chOff x="728569" y="3306496"/>
            <a:chExt cx="1111000" cy="1104786"/>
          </a:xfrm>
        </p:grpSpPr>
        <p:sp>
          <p:nvSpPr>
            <p:cNvPr id="7" name="Freeform: Shape 6">
              <a:extLst>
                <a:ext uri="{FF2B5EF4-FFF2-40B4-BE49-F238E27FC236}">
                  <a16:creationId xmlns:a16="http://schemas.microsoft.com/office/drawing/2014/main" id="{789F15EA-1896-9C6D-2FE3-FE89B569467F}"/>
                </a:ext>
              </a:extLst>
            </p:cNvPr>
            <p:cNvSpPr/>
            <p:nvPr/>
          </p:nvSpPr>
          <p:spPr>
            <a:xfrm>
              <a:off x="728569" y="3306496"/>
              <a:ext cx="1111000" cy="1104786"/>
            </a:xfrm>
            <a:custGeom>
              <a:avLst/>
              <a:gdLst>
                <a:gd name="connsiteX0" fmla="*/ 855783 w 1111000"/>
                <a:gd name="connsiteY0" fmla="*/ 1 h 1104786"/>
                <a:gd name="connsiteX1" fmla="*/ 1111002 w 1111000"/>
                <a:gd name="connsiteY1" fmla="*/ 1 h 1104786"/>
                <a:gd name="connsiteX2" fmla="*/ 1111002 w 1111000"/>
                <a:gd name="connsiteY2" fmla="*/ 1104788 h 1104786"/>
                <a:gd name="connsiteX3" fmla="*/ 855783 w 1111000"/>
                <a:gd name="connsiteY3" fmla="*/ 1104788 h 1104786"/>
                <a:gd name="connsiteX4" fmla="*/ 255220 w 1111000"/>
                <a:gd name="connsiteY4" fmla="*/ 1104788 h 1104786"/>
                <a:gd name="connsiteX5" fmla="*/ 1 w 1111000"/>
                <a:gd name="connsiteY5" fmla="*/ 1104788 h 1104786"/>
                <a:gd name="connsiteX6" fmla="*/ 1 w 1111000"/>
                <a:gd name="connsiteY6" fmla="*/ 1 h 1104786"/>
                <a:gd name="connsiteX7" fmla="*/ 255220 w 1111000"/>
                <a:gd name="connsiteY7" fmla="*/ 1 h 110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000" h="1104786">
                  <a:moveTo>
                    <a:pt x="855783" y="1"/>
                  </a:moveTo>
                  <a:cubicBezTo>
                    <a:pt x="996736" y="1"/>
                    <a:pt x="1111002" y="1"/>
                    <a:pt x="1111002" y="1"/>
                  </a:cubicBezTo>
                  <a:lnTo>
                    <a:pt x="1111002" y="1104788"/>
                  </a:lnTo>
                  <a:cubicBezTo>
                    <a:pt x="1111002" y="1104788"/>
                    <a:pt x="996736" y="1104788"/>
                    <a:pt x="855783" y="1104788"/>
                  </a:cubicBezTo>
                  <a:lnTo>
                    <a:pt x="255220" y="1104788"/>
                  </a:lnTo>
                  <a:cubicBezTo>
                    <a:pt x="114267" y="1104788"/>
                    <a:pt x="1" y="1104788"/>
                    <a:pt x="1" y="1104788"/>
                  </a:cubicBezTo>
                  <a:lnTo>
                    <a:pt x="1" y="1"/>
                  </a:lnTo>
                  <a:cubicBezTo>
                    <a:pt x="1" y="1"/>
                    <a:pt x="114267" y="1"/>
                    <a:pt x="255220" y="1"/>
                  </a:cubicBezTo>
                  <a:close/>
                </a:path>
              </a:pathLst>
            </a:custGeom>
            <a:solidFill>
              <a:srgbClr val="00BCD4"/>
            </a:solidFill>
            <a:ln w="50950" cap="flat">
              <a:solidFill>
                <a:srgbClr val="FFFFFF"/>
              </a:solidFill>
              <a:prstDash val="solid"/>
              <a:miter/>
            </a:ln>
          </p:spPr>
          <p:txBody>
            <a:bodyPr rtlCol="0" anchor="ctr"/>
            <a:lstStyle/>
            <a:p>
              <a:endParaRPr lang="en-PK"/>
            </a:p>
          </p:txBody>
        </p:sp>
        <p:sp>
          <p:nvSpPr>
            <p:cNvPr id="8" name="Freeform: Shape 7">
              <a:extLst>
                <a:ext uri="{FF2B5EF4-FFF2-40B4-BE49-F238E27FC236}">
                  <a16:creationId xmlns:a16="http://schemas.microsoft.com/office/drawing/2014/main" id="{D657C42E-2862-C7CF-5577-083F35B9A0B6}"/>
                </a:ext>
              </a:extLst>
            </p:cNvPr>
            <p:cNvSpPr/>
            <p:nvPr/>
          </p:nvSpPr>
          <p:spPr>
            <a:xfrm>
              <a:off x="1047203" y="3820475"/>
              <a:ext cx="472831" cy="317355"/>
            </a:xfrm>
            <a:custGeom>
              <a:avLst/>
              <a:gdLst>
                <a:gd name="connsiteX0" fmla="*/ 407337 w 472831"/>
                <a:gd name="connsiteY0" fmla="*/ 95472 h 317355"/>
                <a:gd name="connsiteX1" fmla="*/ 384881 w 472831"/>
                <a:gd name="connsiteY1" fmla="*/ 175230 h 317355"/>
                <a:gd name="connsiteX2" fmla="*/ 409721 w 472831"/>
                <a:gd name="connsiteY2" fmla="*/ 317235 h 317355"/>
                <a:gd name="connsiteX3" fmla="*/ 281261 w 472831"/>
                <a:gd name="connsiteY3" fmla="*/ 250319 h 317355"/>
                <a:gd name="connsiteX4" fmla="*/ 236174 w 472831"/>
                <a:gd name="connsiteY4" fmla="*/ 239287 h 317355"/>
                <a:gd name="connsiteX5" fmla="*/ 202485 w 472831"/>
                <a:gd name="connsiteY5" fmla="*/ 245378 h 317355"/>
                <a:gd name="connsiteX6" fmla="*/ 191083 w 472831"/>
                <a:gd name="connsiteY6" fmla="*/ 250302 h 317355"/>
                <a:gd name="connsiteX7" fmla="*/ 61263 w 472831"/>
                <a:gd name="connsiteY7" fmla="*/ 317742 h 317355"/>
                <a:gd name="connsiteX8" fmla="*/ 87973 w 472831"/>
                <a:gd name="connsiteY8" fmla="*/ 169647 h 317355"/>
                <a:gd name="connsiteX9" fmla="*/ 63644 w 472831"/>
                <a:gd name="connsiteY9" fmla="*/ 94948 h 317355"/>
                <a:gd name="connsiteX10" fmla="*/ -2201 w 472831"/>
                <a:gd name="connsiteY10" fmla="*/ 31145 h 317355"/>
                <a:gd name="connsiteX11" fmla="*/ -2201 w 472831"/>
                <a:gd name="connsiteY11" fmla="*/ 28285 h 317355"/>
                <a:gd name="connsiteX12" fmla="*/ 235492 w 472831"/>
                <a:gd name="connsiteY12" fmla="*/ 28285 h 317355"/>
                <a:gd name="connsiteX13" fmla="*/ 470631 w 472831"/>
                <a:gd name="connsiteY13" fmla="*/ 33209 h 317355"/>
                <a:gd name="connsiteX14" fmla="*/ 412613 w 472831"/>
                <a:gd name="connsiteY14" fmla="*/ 89753 h 317355"/>
                <a:gd name="connsiteX15" fmla="*/ 407678 w 472831"/>
                <a:gd name="connsiteY15" fmla="*/ 95202 h 31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2831" h="317355">
                  <a:moveTo>
                    <a:pt x="407337" y="95472"/>
                  </a:moveTo>
                  <a:cubicBezTo>
                    <a:pt x="388113" y="117332"/>
                    <a:pt x="379946" y="146636"/>
                    <a:pt x="384881" y="175230"/>
                  </a:cubicBezTo>
                  <a:lnTo>
                    <a:pt x="409721" y="317235"/>
                  </a:lnTo>
                  <a:lnTo>
                    <a:pt x="281261" y="250319"/>
                  </a:lnTo>
                  <a:cubicBezTo>
                    <a:pt x="267307" y="243128"/>
                    <a:pt x="251826" y="239355"/>
                    <a:pt x="236174" y="239287"/>
                  </a:cubicBezTo>
                  <a:cubicBezTo>
                    <a:pt x="224601" y="239287"/>
                    <a:pt x="213202" y="241351"/>
                    <a:pt x="202485" y="245378"/>
                  </a:cubicBezTo>
                  <a:cubicBezTo>
                    <a:pt x="198568" y="246749"/>
                    <a:pt x="194825" y="248390"/>
                    <a:pt x="191083" y="250302"/>
                  </a:cubicBezTo>
                  <a:lnTo>
                    <a:pt x="61263" y="317742"/>
                  </a:lnTo>
                  <a:lnTo>
                    <a:pt x="87973" y="169647"/>
                  </a:lnTo>
                  <a:cubicBezTo>
                    <a:pt x="92908" y="142288"/>
                    <a:pt x="83720" y="114269"/>
                    <a:pt x="63644" y="94948"/>
                  </a:cubicBezTo>
                  <a:lnTo>
                    <a:pt x="-2201" y="31145"/>
                  </a:lnTo>
                  <a:lnTo>
                    <a:pt x="-2201" y="28285"/>
                  </a:lnTo>
                  <a:cubicBezTo>
                    <a:pt x="-2201" y="28285"/>
                    <a:pt x="126767" y="-34486"/>
                    <a:pt x="235492" y="28285"/>
                  </a:cubicBezTo>
                  <a:cubicBezTo>
                    <a:pt x="340130" y="88450"/>
                    <a:pt x="461106" y="37371"/>
                    <a:pt x="470631" y="33209"/>
                  </a:cubicBezTo>
                  <a:lnTo>
                    <a:pt x="412613" y="89753"/>
                  </a:lnTo>
                  <a:cubicBezTo>
                    <a:pt x="410914" y="91412"/>
                    <a:pt x="409210" y="93239"/>
                    <a:pt x="407678" y="95202"/>
                  </a:cubicBezTo>
                  <a:close/>
                </a:path>
              </a:pathLst>
            </a:custGeom>
            <a:solidFill>
              <a:srgbClr val="FFD217"/>
            </a:solidFill>
            <a:ln w="16983" cap="flat">
              <a:noFill/>
              <a:prstDash val="solid"/>
              <a:miter/>
            </a:ln>
          </p:spPr>
          <p:txBody>
            <a:bodyPr rtlCol="0" anchor="ctr"/>
            <a:lstStyle/>
            <a:p>
              <a:endParaRPr lang="en-PK"/>
            </a:p>
          </p:txBody>
        </p:sp>
        <p:sp>
          <p:nvSpPr>
            <p:cNvPr id="9" name="Freeform: Shape 8">
              <a:extLst>
                <a:ext uri="{FF2B5EF4-FFF2-40B4-BE49-F238E27FC236}">
                  <a16:creationId xmlns:a16="http://schemas.microsoft.com/office/drawing/2014/main" id="{6D2712F4-AD87-6FDD-03E4-386ED814BC6A}"/>
                </a:ext>
              </a:extLst>
            </p:cNvPr>
            <p:cNvSpPr/>
            <p:nvPr/>
          </p:nvSpPr>
          <p:spPr>
            <a:xfrm>
              <a:off x="875756" y="3441863"/>
              <a:ext cx="816339" cy="812914"/>
            </a:xfrm>
            <a:custGeom>
              <a:avLst/>
              <a:gdLst>
                <a:gd name="connsiteX0" fmla="*/ 799392 w 816339"/>
                <a:gd name="connsiteY0" fmla="*/ 379015 h 812914"/>
                <a:gd name="connsiteX1" fmla="*/ 650174 w 816339"/>
                <a:gd name="connsiteY1" fmla="*/ 524134 h 812914"/>
                <a:gd name="connsiteX2" fmla="*/ 641496 w 816339"/>
                <a:gd name="connsiteY2" fmla="*/ 550984 h 812914"/>
                <a:gd name="connsiteX3" fmla="*/ 677058 w 816339"/>
                <a:gd name="connsiteY3" fmla="*/ 755506 h 812914"/>
                <a:gd name="connsiteX4" fmla="*/ 666341 w 816339"/>
                <a:gd name="connsiteY4" fmla="*/ 795182 h 812914"/>
                <a:gd name="connsiteX5" fmla="*/ 628565 w 816339"/>
                <a:gd name="connsiteY5" fmla="*/ 812812 h 812914"/>
                <a:gd name="connsiteX6" fmla="*/ 605768 w 816339"/>
                <a:gd name="connsiteY6" fmla="*/ 807110 h 812914"/>
                <a:gd name="connsiteX7" fmla="*/ 420647 w 816339"/>
                <a:gd name="connsiteY7" fmla="*/ 710670 h 812914"/>
                <a:gd name="connsiteX8" fmla="*/ 406358 w 816339"/>
                <a:gd name="connsiteY8" fmla="*/ 707168 h 812914"/>
                <a:gd name="connsiteX9" fmla="*/ 392234 w 816339"/>
                <a:gd name="connsiteY9" fmla="*/ 710670 h 812914"/>
                <a:gd name="connsiteX10" fmla="*/ 205244 w 816339"/>
                <a:gd name="connsiteY10" fmla="*/ 807804 h 812914"/>
                <a:gd name="connsiteX11" fmla="*/ 182443 w 816339"/>
                <a:gd name="connsiteY11" fmla="*/ 813370 h 812914"/>
                <a:gd name="connsiteX12" fmla="*/ 144672 w 816339"/>
                <a:gd name="connsiteY12" fmla="*/ 795605 h 812914"/>
                <a:gd name="connsiteX13" fmla="*/ 134125 w 816339"/>
                <a:gd name="connsiteY13" fmla="*/ 755659 h 812914"/>
                <a:gd name="connsiteX14" fmla="*/ 171045 w 816339"/>
                <a:gd name="connsiteY14" fmla="*/ 551526 h 812914"/>
                <a:gd name="connsiteX15" fmla="*/ 162197 w 816339"/>
                <a:gd name="connsiteY15" fmla="*/ 524455 h 812914"/>
                <a:gd name="connsiteX16" fmla="*/ 12809 w 816339"/>
                <a:gd name="connsiteY16" fmla="*/ 380115 h 812914"/>
                <a:gd name="connsiteX17" fmla="*/ 218 w 816339"/>
                <a:gd name="connsiteY17" fmla="*/ 329932 h 812914"/>
                <a:gd name="connsiteX18" fmla="*/ 39863 w 816339"/>
                <a:gd name="connsiteY18" fmla="*/ 296601 h 812914"/>
                <a:gd name="connsiteX19" fmla="*/ 246589 w 816339"/>
                <a:gd name="connsiteY19" fmla="*/ 266383 h 812914"/>
                <a:gd name="connsiteX20" fmla="*/ 269390 w 816339"/>
                <a:gd name="connsiteY20" fmla="*/ 249904 h 812914"/>
                <a:gd name="connsiteX21" fmla="*/ 309371 w 816339"/>
                <a:gd name="connsiteY21" fmla="*/ 169266 h 812914"/>
                <a:gd name="connsiteX22" fmla="*/ 323324 w 816339"/>
                <a:gd name="connsiteY22" fmla="*/ 110048 h 812914"/>
                <a:gd name="connsiteX23" fmla="*/ 323324 w 816339"/>
                <a:gd name="connsiteY23" fmla="*/ 74906 h 812914"/>
                <a:gd name="connsiteX24" fmla="*/ 315328 w 816339"/>
                <a:gd name="connsiteY24" fmla="*/ 74906 h 812914"/>
                <a:gd name="connsiteX25" fmla="*/ 275513 w 816339"/>
                <a:gd name="connsiteY25" fmla="*/ 36601 h 812914"/>
                <a:gd name="connsiteX26" fmla="*/ 275513 w 816339"/>
                <a:gd name="connsiteY26" fmla="*/ 35382 h 812914"/>
                <a:gd name="connsiteX27" fmla="*/ 286404 w 816339"/>
                <a:gd name="connsiteY27" fmla="*/ 11357 h 812914"/>
                <a:gd name="connsiteX28" fmla="*/ 312948 w 816339"/>
                <a:gd name="connsiteY28" fmla="*/ 460 h 812914"/>
                <a:gd name="connsiteX29" fmla="*/ 496702 w 816339"/>
                <a:gd name="connsiteY29" fmla="*/ 460 h 812914"/>
                <a:gd name="connsiteX30" fmla="*/ 536518 w 816339"/>
                <a:gd name="connsiteY30" fmla="*/ 38766 h 812914"/>
                <a:gd name="connsiteX31" fmla="*/ 536518 w 816339"/>
                <a:gd name="connsiteY31" fmla="*/ 39984 h 812914"/>
                <a:gd name="connsiteX32" fmla="*/ 525630 w 816339"/>
                <a:gd name="connsiteY32" fmla="*/ 63993 h 812914"/>
                <a:gd name="connsiteX33" fmla="*/ 499257 w 816339"/>
                <a:gd name="connsiteY33" fmla="*/ 74889 h 812914"/>
                <a:gd name="connsiteX34" fmla="*/ 488876 w 816339"/>
                <a:gd name="connsiteY34" fmla="*/ 74889 h 812914"/>
                <a:gd name="connsiteX35" fmla="*/ 488876 w 816339"/>
                <a:gd name="connsiteY35" fmla="*/ 110420 h 812914"/>
                <a:gd name="connsiteX36" fmla="*/ 502829 w 816339"/>
                <a:gd name="connsiteY36" fmla="*/ 169925 h 812914"/>
                <a:gd name="connsiteX37" fmla="*/ 542474 w 816339"/>
                <a:gd name="connsiteY37" fmla="*/ 249447 h 812914"/>
                <a:gd name="connsiteX38" fmla="*/ 565441 w 816339"/>
                <a:gd name="connsiteY38" fmla="*/ 266044 h 812914"/>
                <a:gd name="connsiteX39" fmla="*/ 772001 w 816339"/>
                <a:gd name="connsiteY39" fmla="*/ 295620 h 812914"/>
                <a:gd name="connsiteX40" fmla="*/ 811642 w 816339"/>
                <a:gd name="connsiteY40" fmla="*/ 328816 h 812914"/>
                <a:gd name="connsiteX41" fmla="*/ 799392 w 816339"/>
                <a:gd name="connsiteY41" fmla="*/ 379015 h 812914"/>
                <a:gd name="connsiteX42" fmla="*/ 596239 w 816339"/>
                <a:gd name="connsiteY42" fmla="*/ 491530 h 812914"/>
                <a:gd name="connsiteX43" fmla="*/ 739500 w 816339"/>
                <a:gd name="connsiteY43" fmla="*/ 352249 h 812914"/>
                <a:gd name="connsiteX44" fmla="*/ 541112 w 816339"/>
                <a:gd name="connsiteY44" fmla="*/ 323977 h 812914"/>
                <a:gd name="connsiteX45" fmla="*/ 494833 w 816339"/>
                <a:gd name="connsiteY45" fmla="*/ 290510 h 812914"/>
                <a:gd name="connsiteX46" fmla="*/ 438002 w 816339"/>
                <a:gd name="connsiteY46" fmla="*/ 176507 h 812914"/>
                <a:gd name="connsiteX47" fmla="*/ 423883 w 816339"/>
                <a:gd name="connsiteY47" fmla="*/ 116968 h 812914"/>
                <a:gd name="connsiteX48" fmla="*/ 423883 w 816339"/>
                <a:gd name="connsiteY48" fmla="*/ 83670 h 812914"/>
                <a:gd name="connsiteX49" fmla="*/ 415035 w 816339"/>
                <a:gd name="connsiteY49" fmla="*/ 74838 h 812914"/>
                <a:gd name="connsiteX50" fmla="*/ 396829 w 816339"/>
                <a:gd name="connsiteY50" fmla="*/ 74838 h 812914"/>
                <a:gd name="connsiteX51" fmla="*/ 387981 w 816339"/>
                <a:gd name="connsiteY51" fmla="*/ 83670 h 812914"/>
                <a:gd name="connsiteX52" fmla="*/ 387981 w 816339"/>
                <a:gd name="connsiteY52" fmla="*/ 117120 h 812914"/>
                <a:gd name="connsiteX53" fmla="*/ 374028 w 816339"/>
                <a:gd name="connsiteY53" fmla="*/ 176338 h 812914"/>
                <a:gd name="connsiteX54" fmla="*/ 317372 w 816339"/>
                <a:gd name="connsiteY54" fmla="*/ 290713 h 812914"/>
                <a:gd name="connsiteX55" fmla="*/ 271089 w 816339"/>
                <a:gd name="connsiteY55" fmla="*/ 324298 h 812914"/>
                <a:gd name="connsiteX56" fmla="*/ 72700 w 816339"/>
                <a:gd name="connsiteY56" fmla="*/ 353213 h 812914"/>
                <a:gd name="connsiteX57" fmla="*/ 221067 w 816339"/>
                <a:gd name="connsiteY57" fmla="*/ 496521 h 812914"/>
                <a:gd name="connsiteX58" fmla="*/ 235190 w 816339"/>
                <a:gd name="connsiteY58" fmla="*/ 540224 h 812914"/>
                <a:gd name="connsiteX59" fmla="*/ 198606 w 816339"/>
                <a:gd name="connsiteY59" fmla="*/ 742664 h 812914"/>
                <a:gd name="connsiteX60" fmla="*/ 378111 w 816339"/>
                <a:gd name="connsiteY60" fmla="*/ 649608 h 812914"/>
                <a:gd name="connsiteX61" fmla="*/ 406528 w 816339"/>
                <a:gd name="connsiteY61" fmla="*/ 642603 h 812914"/>
                <a:gd name="connsiteX62" fmla="*/ 435111 w 816339"/>
                <a:gd name="connsiteY62" fmla="*/ 649608 h 812914"/>
                <a:gd name="connsiteX63" fmla="*/ 612742 w 816339"/>
                <a:gd name="connsiteY63" fmla="*/ 742207 h 812914"/>
                <a:gd name="connsiteX64" fmla="*/ 578543 w 816339"/>
                <a:gd name="connsiteY64" fmla="*/ 545942 h 812914"/>
                <a:gd name="connsiteX65" fmla="*/ 596239 w 816339"/>
                <a:gd name="connsiteY65" fmla="*/ 491530 h 81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816339" h="812914">
                  <a:moveTo>
                    <a:pt x="799392" y="379015"/>
                  </a:moveTo>
                  <a:lnTo>
                    <a:pt x="650174" y="524134"/>
                  </a:lnTo>
                  <a:cubicBezTo>
                    <a:pt x="643029" y="531121"/>
                    <a:pt x="639797" y="541154"/>
                    <a:pt x="641496" y="550984"/>
                  </a:cubicBezTo>
                  <a:lnTo>
                    <a:pt x="677058" y="755506"/>
                  </a:lnTo>
                  <a:cubicBezTo>
                    <a:pt x="679609" y="769651"/>
                    <a:pt x="675695" y="784201"/>
                    <a:pt x="666341" y="795182"/>
                  </a:cubicBezTo>
                  <a:cubicBezTo>
                    <a:pt x="656982" y="806332"/>
                    <a:pt x="643199" y="812795"/>
                    <a:pt x="628565" y="812812"/>
                  </a:cubicBezTo>
                  <a:cubicBezTo>
                    <a:pt x="620568" y="812795"/>
                    <a:pt x="612742" y="810850"/>
                    <a:pt x="605768" y="807110"/>
                  </a:cubicBezTo>
                  <a:lnTo>
                    <a:pt x="420647" y="710670"/>
                  </a:lnTo>
                  <a:cubicBezTo>
                    <a:pt x="416223" y="708352"/>
                    <a:pt x="411288" y="707151"/>
                    <a:pt x="406358" y="707168"/>
                  </a:cubicBezTo>
                  <a:cubicBezTo>
                    <a:pt x="401423" y="707168"/>
                    <a:pt x="396658" y="708369"/>
                    <a:pt x="392234" y="710670"/>
                  </a:cubicBezTo>
                  <a:lnTo>
                    <a:pt x="205244" y="807804"/>
                  </a:lnTo>
                  <a:cubicBezTo>
                    <a:pt x="198270" y="811442"/>
                    <a:pt x="190440" y="813337"/>
                    <a:pt x="182443" y="813370"/>
                  </a:cubicBezTo>
                  <a:cubicBezTo>
                    <a:pt x="167813" y="813303"/>
                    <a:pt x="154030" y="806806"/>
                    <a:pt x="144672" y="795605"/>
                  </a:cubicBezTo>
                  <a:cubicBezTo>
                    <a:pt x="135313" y="784540"/>
                    <a:pt x="131400" y="769871"/>
                    <a:pt x="134125" y="755659"/>
                  </a:cubicBezTo>
                  <a:lnTo>
                    <a:pt x="171045" y="551526"/>
                  </a:lnTo>
                  <a:cubicBezTo>
                    <a:pt x="172748" y="541628"/>
                    <a:pt x="169512" y="531476"/>
                    <a:pt x="162197" y="524455"/>
                  </a:cubicBezTo>
                  <a:lnTo>
                    <a:pt x="12809" y="380115"/>
                  </a:lnTo>
                  <a:cubicBezTo>
                    <a:pt x="-634" y="367138"/>
                    <a:pt x="-5568" y="347664"/>
                    <a:pt x="218" y="329932"/>
                  </a:cubicBezTo>
                  <a:cubicBezTo>
                    <a:pt x="6004" y="312184"/>
                    <a:pt x="21316" y="299240"/>
                    <a:pt x="39863" y="296601"/>
                  </a:cubicBezTo>
                  <a:lnTo>
                    <a:pt x="246589" y="266383"/>
                  </a:lnTo>
                  <a:cubicBezTo>
                    <a:pt x="256458" y="264945"/>
                    <a:pt x="264966" y="258786"/>
                    <a:pt x="269390" y="249904"/>
                  </a:cubicBezTo>
                  <a:lnTo>
                    <a:pt x="309371" y="169266"/>
                  </a:lnTo>
                  <a:cubicBezTo>
                    <a:pt x="318560" y="150840"/>
                    <a:pt x="323324" y="130588"/>
                    <a:pt x="323324" y="110048"/>
                  </a:cubicBezTo>
                  <a:lnTo>
                    <a:pt x="323324" y="74906"/>
                  </a:lnTo>
                  <a:lnTo>
                    <a:pt x="315328" y="74906"/>
                  </a:lnTo>
                  <a:cubicBezTo>
                    <a:pt x="293719" y="75227"/>
                    <a:pt x="275853" y="58088"/>
                    <a:pt x="275513" y="36601"/>
                  </a:cubicBezTo>
                  <a:cubicBezTo>
                    <a:pt x="275513" y="36194"/>
                    <a:pt x="275513" y="35788"/>
                    <a:pt x="275513" y="35382"/>
                  </a:cubicBezTo>
                  <a:cubicBezTo>
                    <a:pt x="276023" y="26314"/>
                    <a:pt x="279937" y="17769"/>
                    <a:pt x="286404" y="11357"/>
                  </a:cubicBezTo>
                  <a:cubicBezTo>
                    <a:pt x="293379" y="4369"/>
                    <a:pt x="302908" y="460"/>
                    <a:pt x="312948" y="460"/>
                  </a:cubicBezTo>
                  <a:lnTo>
                    <a:pt x="496702" y="460"/>
                  </a:lnTo>
                  <a:cubicBezTo>
                    <a:pt x="518311" y="122"/>
                    <a:pt x="536177" y="17279"/>
                    <a:pt x="536518" y="38766"/>
                  </a:cubicBezTo>
                  <a:cubicBezTo>
                    <a:pt x="536518" y="39172"/>
                    <a:pt x="536518" y="39578"/>
                    <a:pt x="536518" y="39984"/>
                  </a:cubicBezTo>
                  <a:cubicBezTo>
                    <a:pt x="535836" y="49036"/>
                    <a:pt x="532094" y="57581"/>
                    <a:pt x="525630" y="63993"/>
                  </a:cubicBezTo>
                  <a:cubicBezTo>
                    <a:pt x="518651" y="70981"/>
                    <a:pt x="509122" y="74906"/>
                    <a:pt x="499257" y="74889"/>
                  </a:cubicBezTo>
                  <a:lnTo>
                    <a:pt x="488876" y="74889"/>
                  </a:lnTo>
                  <a:lnTo>
                    <a:pt x="488876" y="110420"/>
                  </a:lnTo>
                  <a:cubicBezTo>
                    <a:pt x="488876" y="131061"/>
                    <a:pt x="493640" y="151432"/>
                    <a:pt x="502829" y="169925"/>
                  </a:cubicBezTo>
                  <a:lnTo>
                    <a:pt x="542474" y="249447"/>
                  </a:lnTo>
                  <a:cubicBezTo>
                    <a:pt x="546898" y="258397"/>
                    <a:pt x="555406" y="264606"/>
                    <a:pt x="565441" y="266044"/>
                  </a:cubicBezTo>
                  <a:lnTo>
                    <a:pt x="772001" y="295620"/>
                  </a:lnTo>
                  <a:cubicBezTo>
                    <a:pt x="790544" y="298192"/>
                    <a:pt x="806030" y="311084"/>
                    <a:pt x="811642" y="328816"/>
                  </a:cubicBezTo>
                  <a:cubicBezTo>
                    <a:pt x="817598" y="346513"/>
                    <a:pt x="812834" y="366055"/>
                    <a:pt x="799392" y="379015"/>
                  </a:cubicBezTo>
                  <a:close/>
                  <a:moveTo>
                    <a:pt x="596239" y="491530"/>
                  </a:moveTo>
                  <a:lnTo>
                    <a:pt x="739500" y="352249"/>
                  </a:lnTo>
                  <a:lnTo>
                    <a:pt x="541112" y="323977"/>
                  </a:lnTo>
                  <a:cubicBezTo>
                    <a:pt x="521206" y="321049"/>
                    <a:pt x="503851" y="308546"/>
                    <a:pt x="494833" y="290510"/>
                  </a:cubicBezTo>
                  <a:lnTo>
                    <a:pt x="438002" y="176507"/>
                  </a:lnTo>
                  <a:cubicBezTo>
                    <a:pt x="428814" y="157997"/>
                    <a:pt x="423883" y="137626"/>
                    <a:pt x="423883" y="116968"/>
                  </a:cubicBezTo>
                  <a:lnTo>
                    <a:pt x="423883" y="83670"/>
                  </a:lnTo>
                  <a:cubicBezTo>
                    <a:pt x="423883" y="78797"/>
                    <a:pt x="419966" y="74838"/>
                    <a:pt x="415035" y="74838"/>
                  </a:cubicBezTo>
                  <a:lnTo>
                    <a:pt x="396829" y="74838"/>
                  </a:lnTo>
                  <a:cubicBezTo>
                    <a:pt x="391894" y="74838"/>
                    <a:pt x="387981" y="78797"/>
                    <a:pt x="387981" y="83670"/>
                  </a:cubicBezTo>
                  <a:lnTo>
                    <a:pt x="387981" y="117120"/>
                  </a:lnTo>
                  <a:cubicBezTo>
                    <a:pt x="387981" y="137660"/>
                    <a:pt x="383216" y="157913"/>
                    <a:pt x="374028" y="176338"/>
                  </a:cubicBezTo>
                  <a:lnTo>
                    <a:pt x="317372" y="290713"/>
                  </a:lnTo>
                  <a:cubicBezTo>
                    <a:pt x="308354" y="308749"/>
                    <a:pt x="291169" y="321269"/>
                    <a:pt x="271089" y="324298"/>
                  </a:cubicBezTo>
                  <a:lnTo>
                    <a:pt x="72700" y="353213"/>
                  </a:lnTo>
                  <a:lnTo>
                    <a:pt x="221067" y="496521"/>
                  </a:lnTo>
                  <a:cubicBezTo>
                    <a:pt x="232806" y="507823"/>
                    <a:pt x="238081" y="524218"/>
                    <a:pt x="235190" y="540224"/>
                  </a:cubicBezTo>
                  <a:lnTo>
                    <a:pt x="198606" y="742664"/>
                  </a:lnTo>
                  <a:lnTo>
                    <a:pt x="378111" y="649608"/>
                  </a:lnTo>
                  <a:cubicBezTo>
                    <a:pt x="386788" y="645023"/>
                    <a:pt x="396658" y="642620"/>
                    <a:pt x="406528" y="642603"/>
                  </a:cubicBezTo>
                  <a:cubicBezTo>
                    <a:pt x="416564" y="642620"/>
                    <a:pt x="426434" y="645023"/>
                    <a:pt x="435111" y="649608"/>
                  </a:cubicBezTo>
                  <a:lnTo>
                    <a:pt x="612742" y="742207"/>
                  </a:lnTo>
                  <a:lnTo>
                    <a:pt x="578543" y="545942"/>
                  </a:lnTo>
                  <a:cubicBezTo>
                    <a:pt x="574971" y="526011"/>
                    <a:pt x="581604" y="505657"/>
                    <a:pt x="596239" y="491530"/>
                  </a:cubicBezTo>
                  <a:close/>
                </a:path>
              </a:pathLst>
            </a:custGeom>
            <a:solidFill>
              <a:srgbClr val="FFFFFF"/>
            </a:solidFill>
            <a:ln w="16983" cap="flat">
              <a:noFill/>
              <a:prstDash val="solid"/>
              <a:miter/>
            </a:ln>
          </p:spPr>
          <p:txBody>
            <a:bodyPr rtlCol="0" anchor="ctr"/>
            <a:lstStyle/>
            <a:p>
              <a:endParaRPr lang="en-PK"/>
            </a:p>
          </p:txBody>
        </p:sp>
        <p:sp>
          <p:nvSpPr>
            <p:cNvPr id="10" name="Freeform: Shape 9">
              <a:extLst>
                <a:ext uri="{FF2B5EF4-FFF2-40B4-BE49-F238E27FC236}">
                  <a16:creationId xmlns:a16="http://schemas.microsoft.com/office/drawing/2014/main" id="{1B00D42E-194D-494D-04B4-1FC1E3FF5E42}"/>
                </a:ext>
              </a:extLst>
            </p:cNvPr>
            <p:cNvSpPr/>
            <p:nvPr/>
          </p:nvSpPr>
          <p:spPr>
            <a:xfrm>
              <a:off x="1110512" y="3853314"/>
              <a:ext cx="409541" cy="284533"/>
            </a:xfrm>
            <a:custGeom>
              <a:avLst/>
              <a:gdLst>
                <a:gd name="connsiteX0" fmla="*/ 344036 w 409541"/>
                <a:gd name="connsiteY0" fmla="*/ 62644 h 284533"/>
                <a:gd name="connsiteX1" fmla="*/ 321576 w 409541"/>
                <a:gd name="connsiteY1" fmla="*/ 142402 h 284533"/>
                <a:gd name="connsiteX2" fmla="*/ 346416 w 409541"/>
                <a:gd name="connsiteY2" fmla="*/ 284407 h 284533"/>
                <a:gd name="connsiteX3" fmla="*/ 217955 w 409541"/>
                <a:gd name="connsiteY3" fmla="*/ 217491 h 284533"/>
                <a:gd name="connsiteX4" fmla="*/ 172698 w 409541"/>
                <a:gd name="connsiteY4" fmla="*/ 206459 h 284533"/>
                <a:gd name="connsiteX5" fmla="*/ 139180 w 409541"/>
                <a:gd name="connsiteY5" fmla="*/ 212550 h 284533"/>
                <a:gd name="connsiteX6" fmla="*/ 127777 w 409541"/>
                <a:gd name="connsiteY6" fmla="*/ 217474 h 284533"/>
                <a:gd name="connsiteX7" fmla="*/ -2212 w 409541"/>
                <a:gd name="connsiteY7" fmla="*/ 284914 h 284533"/>
                <a:gd name="connsiteX8" fmla="*/ 407330 w 409541"/>
                <a:gd name="connsiteY8" fmla="*/ 381 h 284533"/>
                <a:gd name="connsiteX9" fmla="*/ 349307 w 409541"/>
                <a:gd name="connsiteY9" fmla="*/ 56925 h 284533"/>
                <a:gd name="connsiteX10" fmla="*/ 344377 w 409541"/>
                <a:gd name="connsiteY10" fmla="*/ 62374 h 28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9541" h="284533">
                  <a:moveTo>
                    <a:pt x="344036" y="62644"/>
                  </a:moveTo>
                  <a:cubicBezTo>
                    <a:pt x="324807" y="84504"/>
                    <a:pt x="316641" y="113808"/>
                    <a:pt x="321576" y="142402"/>
                  </a:cubicBezTo>
                  <a:lnTo>
                    <a:pt x="346416" y="284407"/>
                  </a:lnTo>
                  <a:lnTo>
                    <a:pt x="217955" y="217491"/>
                  </a:lnTo>
                  <a:cubicBezTo>
                    <a:pt x="204006" y="210300"/>
                    <a:pt x="188521" y="206527"/>
                    <a:pt x="172698" y="206459"/>
                  </a:cubicBezTo>
                  <a:cubicBezTo>
                    <a:pt x="161300" y="206459"/>
                    <a:pt x="149897" y="208523"/>
                    <a:pt x="139180" y="212550"/>
                  </a:cubicBezTo>
                  <a:cubicBezTo>
                    <a:pt x="135267" y="213920"/>
                    <a:pt x="131524" y="215562"/>
                    <a:pt x="127777" y="217474"/>
                  </a:cubicBezTo>
                  <a:lnTo>
                    <a:pt x="-2212" y="284914"/>
                  </a:lnTo>
                  <a:lnTo>
                    <a:pt x="407330" y="381"/>
                  </a:lnTo>
                  <a:lnTo>
                    <a:pt x="349307" y="56925"/>
                  </a:lnTo>
                  <a:cubicBezTo>
                    <a:pt x="347438" y="58583"/>
                    <a:pt x="345905" y="60411"/>
                    <a:pt x="344377" y="62374"/>
                  </a:cubicBezTo>
                  <a:close/>
                </a:path>
              </a:pathLst>
            </a:custGeom>
            <a:solidFill>
              <a:srgbClr val="FFFFFF">
                <a:alpha val="30000"/>
              </a:srgbClr>
            </a:solidFill>
            <a:ln w="16983" cap="flat">
              <a:noFill/>
              <a:prstDash val="solid"/>
              <a:miter/>
            </a:ln>
          </p:spPr>
          <p:txBody>
            <a:bodyPr rtlCol="0" anchor="ctr"/>
            <a:lstStyle/>
            <a:p>
              <a:endParaRPr lang="en-PK"/>
            </a:p>
          </p:txBody>
        </p:sp>
      </p:grpSp>
    </p:spTree>
    <p:extLst>
      <p:ext uri="{BB962C8B-B14F-4D97-AF65-F5344CB8AC3E}">
        <p14:creationId xmlns:p14="http://schemas.microsoft.com/office/powerpoint/2010/main" val="1416101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053936-6BFA-6E9A-7151-24B5C5795421}"/>
              </a:ext>
            </a:extLst>
          </p:cNvPr>
          <p:cNvSpPr>
            <a:spLocks noGrp="1"/>
          </p:cNvSpPr>
          <p:nvPr>
            <p:ph type="title"/>
          </p:nvPr>
        </p:nvSpPr>
        <p:spPr>
          <a:xfrm>
            <a:off x="367590" y="-56229"/>
            <a:ext cx="5323715" cy="1642970"/>
          </a:xfrm>
        </p:spPr>
        <p:txBody>
          <a:bodyPr anchor="b">
            <a:normAutofit/>
          </a:bodyPr>
          <a:lstStyle/>
          <a:p>
            <a:r>
              <a:rPr lang="en-US" sz="4000" b="1" dirty="0">
                <a:ea typeface="Calibri Light"/>
                <a:cs typeface="Calibri Light"/>
              </a:rPr>
              <a:t>A Gradual Process</a:t>
            </a:r>
          </a:p>
        </p:txBody>
      </p:sp>
      <p:sp>
        <p:nvSpPr>
          <p:cNvPr id="8" name="Content Placeholder 7">
            <a:extLst>
              <a:ext uri="{FF2B5EF4-FFF2-40B4-BE49-F238E27FC236}">
                <a16:creationId xmlns:a16="http://schemas.microsoft.com/office/drawing/2014/main" id="{090500B9-6B5E-051A-A865-6423D28839F3}"/>
              </a:ext>
            </a:extLst>
          </p:cNvPr>
          <p:cNvSpPr>
            <a:spLocks noGrp="1"/>
          </p:cNvSpPr>
          <p:nvPr>
            <p:ph idx="1"/>
          </p:nvPr>
        </p:nvSpPr>
        <p:spPr>
          <a:xfrm>
            <a:off x="753763" y="2056825"/>
            <a:ext cx="7181923" cy="3026804"/>
          </a:xfrm>
        </p:spPr>
        <p:txBody>
          <a:bodyPr anchor="t">
            <a:normAutofit/>
          </a:bodyPr>
          <a:lstStyle/>
          <a:p>
            <a:r>
              <a:rPr lang="en-US" sz="2000" dirty="0">
                <a:cs typeface="Calibri"/>
              </a:rPr>
              <a:t>It is important to understand that SEO is a slow and consistent process.</a:t>
            </a:r>
            <a:endParaRPr lang="en-US" sz="2000" dirty="0">
              <a:ea typeface="Calibri"/>
              <a:cs typeface="Calibri"/>
            </a:endParaRPr>
          </a:p>
          <a:p>
            <a:endParaRPr lang="en-US" sz="2000" dirty="0">
              <a:ea typeface="Calibri"/>
              <a:cs typeface="Calibri"/>
            </a:endParaRPr>
          </a:p>
          <a:p>
            <a:r>
              <a:rPr lang="en-US" sz="2000" dirty="0">
                <a:ea typeface="Calibri"/>
                <a:cs typeface="Calibri"/>
              </a:rPr>
              <a:t>Our Team worked months to improve these SEO scores and maintained the content .</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aphic 2">
            <a:extLst>
              <a:ext uri="{FF2B5EF4-FFF2-40B4-BE49-F238E27FC236}">
                <a16:creationId xmlns:a16="http://schemas.microsoft.com/office/drawing/2014/main" id="{0D452B9B-5D62-76BC-F229-EB671C879A46}"/>
              </a:ext>
            </a:extLst>
          </p:cNvPr>
          <p:cNvGrpSpPr/>
          <p:nvPr/>
        </p:nvGrpSpPr>
        <p:grpSpPr>
          <a:xfrm>
            <a:off x="11160161" y="457956"/>
            <a:ext cx="664249" cy="660534"/>
            <a:chOff x="728569" y="3306496"/>
            <a:chExt cx="1111000" cy="1104786"/>
          </a:xfrm>
        </p:grpSpPr>
        <p:sp>
          <p:nvSpPr>
            <p:cNvPr id="5" name="Freeform: Shape 4">
              <a:extLst>
                <a:ext uri="{FF2B5EF4-FFF2-40B4-BE49-F238E27FC236}">
                  <a16:creationId xmlns:a16="http://schemas.microsoft.com/office/drawing/2014/main" id="{E47C34C5-5A35-A8FA-4332-7716B71D0242}"/>
                </a:ext>
              </a:extLst>
            </p:cNvPr>
            <p:cNvSpPr/>
            <p:nvPr/>
          </p:nvSpPr>
          <p:spPr>
            <a:xfrm>
              <a:off x="728569" y="3306496"/>
              <a:ext cx="1111000" cy="1104786"/>
            </a:xfrm>
            <a:custGeom>
              <a:avLst/>
              <a:gdLst>
                <a:gd name="connsiteX0" fmla="*/ 855783 w 1111000"/>
                <a:gd name="connsiteY0" fmla="*/ 1 h 1104786"/>
                <a:gd name="connsiteX1" fmla="*/ 1111002 w 1111000"/>
                <a:gd name="connsiteY1" fmla="*/ 1 h 1104786"/>
                <a:gd name="connsiteX2" fmla="*/ 1111002 w 1111000"/>
                <a:gd name="connsiteY2" fmla="*/ 1104788 h 1104786"/>
                <a:gd name="connsiteX3" fmla="*/ 855783 w 1111000"/>
                <a:gd name="connsiteY3" fmla="*/ 1104788 h 1104786"/>
                <a:gd name="connsiteX4" fmla="*/ 255220 w 1111000"/>
                <a:gd name="connsiteY4" fmla="*/ 1104788 h 1104786"/>
                <a:gd name="connsiteX5" fmla="*/ 1 w 1111000"/>
                <a:gd name="connsiteY5" fmla="*/ 1104788 h 1104786"/>
                <a:gd name="connsiteX6" fmla="*/ 1 w 1111000"/>
                <a:gd name="connsiteY6" fmla="*/ 1 h 1104786"/>
                <a:gd name="connsiteX7" fmla="*/ 255220 w 1111000"/>
                <a:gd name="connsiteY7" fmla="*/ 1 h 110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000" h="1104786">
                  <a:moveTo>
                    <a:pt x="855783" y="1"/>
                  </a:moveTo>
                  <a:cubicBezTo>
                    <a:pt x="996736" y="1"/>
                    <a:pt x="1111002" y="1"/>
                    <a:pt x="1111002" y="1"/>
                  </a:cubicBezTo>
                  <a:lnTo>
                    <a:pt x="1111002" y="1104788"/>
                  </a:lnTo>
                  <a:cubicBezTo>
                    <a:pt x="1111002" y="1104788"/>
                    <a:pt x="996736" y="1104788"/>
                    <a:pt x="855783" y="1104788"/>
                  </a:cubicBezTo>
                  <a:lnTo>
                    <a:pt x="255220" y="1104788"/>
                  </a:lnTo>
                  <a:cubicBezTo>
                    <a:pt x="114267" y="1104788"/>
                    <a:pt x="1" y="1104788"/>
                    <a:pt x="1" y="1104788"/>
                  </a:cubicBezTo>
                  <a:lnTo>
                    <a:pt x="1" y="1"/>
                  </a:lnTo>
                  <a:cubicBezTo>
                    <a:pt x="1" y="1"/>
                    <a:pt x="114267" y="1"/>
                    <a:pt x="255220" y="1"/>
                  </a:cubicBezTo>
                  <a:close/>
                </a:path>
              </a:pathLst>
            </a:custGeom>
            <a:solidFill>
              <a:srgbClr val="00BCD4"/>
            </a:solidFill>
            <a:ln w="50950" cap="flat">
              <a:solidFill>
                <a:srgbClr val="FFFFFF"/>
              </a:solidFill>
              <a:prstDash val="solid"/>
              <a:miter/>
            </a:ln>
          </p:spPr>
          <p:txBody>
            <a:bodyPr rtlCol="0" anchor="ctr"/>
            <a:lstStyle/>
            <a:p>
              <a:endParaRPr lang="en-PK"/>
            </a:p>
          </p:txBody>
        </p:sp>
        <p:sp>
          <p:nvSpPr>
            <p:cNvPr id="6" name="Freeform: Shape 5">
              <a:extLst>
                <a:ext uri="{FF2B5EF4-FFF2-40B4-BE49-F238E27FC236}">
                  <a16:creationId xmlns:a16="http://schemas.microsoft.com/office/drawing/2014/main" id="{AA1746C8-FBF3-6200-1F00-38EB264DA8D9}"/>
                </a:ext>
              </a:extLst>
            </p:cNvPr>
            <p:cNvSpPr/>
            <p:nvPr/>
          </p:nvSpPr>
          <p:spPr>
            <a:xfrm>
              <a:off x="1047203" y="3820475"/>
              <a:ext cx="472831" cy="317355"/>
            </a:xfrm>
            <a:custGeom>
              <a:avLst/>
              <a:gdLst>
                <a:gd name="connsiteX0" fmla="*/ 407337 w 472831"/>
                <a:gd name="connsiteY0" fmla="*/ 95472 h 317355"/>
                <a:gd name="connsiteX1" fmla="*/ 384881 w 472831"/>
                <a:gd name="connsiteY1" fmla="*/ 175230 h 317355"/>
                <a:gd name="connsiteX2" fmla="*/ 409721 w 472831"/>
                <a:gd name="connsiteY2" fmla="*/ 317235 h 317355"/>
                <a:gd name="connsiteX3" fmla="*/ 281261 w 472831"/>
                <a:gd name="connsiteY3" fmla="*/ 250319 h 317355"/>
                <a:gd name="connsiteX4" fmla="*/ 236174 w 472831"/>
                <a:gd name="connsiteY4" fmla="*/ 239287 h 317355"/>
                <a:gd name="connsiteX5" fmla="*/ 202485 w 472831"/>
                <a:gd name="connsiteY5" fmla="*/ 245378 h 317355"/>
                <a:gd name="connsiteX6" fmla="*/ 191083 w 472831"/>
                <a:gd name="connsiteY6" fmla="*/ 250302 h 317355"/>
                <a:gd name="connsiteX7" fmla="*/ 61263 w 472831"/>
                <a:gd name="connsiteY7" fmla="*/ 317742 h 317355"/>
                <a:gd name="connsiteX8" fmla="*/ 87973 w 472831"/>
                <a:gd name="connsiteY8" fmla="*/ 169647 h 317355"/>
                <a:gd name="connsiteX9" fmla="*/ 63644 w 472831"/>
                <a:gd name="connsiteY9" fmla="*/ 94948 h 317355"/>
                <a:gd name="connsiteX10" fmla="*/ -2201 w 472831"/>
                <a:gd name="connsiteY10" fmla="*/ 31145 h 317355"/>
                <a:gd name="connsiteX11" fmla="*/ -2201 w 472831"/>
                <a:gd name="connsiteY11" fmla="*/ 28285 h 317355"/>
                <a:gd name="connsiteX12" fmla="*/ 235492 w 472831"/>
                <a:gd name="connsiteY12" fmla="*/ 28285 h 317355"/>
                <a:gd name="connsiteX13" fmla="*/ 470631 w 472831"/>
                <a:gd name="connsiteY13" fmla="*/ 33209 h 317355"/>
                <a:gd name="connsiteX14" fmla="*/ 412613 w 472831"/>
                <a:gd name="connsiteY14" fmla="*/ 89753 h 317355"/>
                <a:gd name="connsiteX15" fmla="*/ 407678 w 472831"/>
                <a:gd name="connsiteY15" fmla="*/ 95202 h 31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2831" h="317355">
                  <a:moveTo>
                    <a:pt x="407337" y="95472"/>
                  </a:moveTo>
                  <a:cubicBezTo>
                    <a:pt x="388113" y="117332"/>
                    <a:pt x="379946" y="146636"/>
                    <a:pt x="384881" y="175230"/>
                  </a:cubicBezTo>
                  <a:lnTo>
                    <a:pt x="409721" y="317235"/>
                  </a:lnTo>
                  <a:lnTo>
                    <a:pt x="281261" y="250319"/>
                  </a:lnTo>
                  <a:cubicBezTo>
                    <a:pt x="267307" y="243128"/>
                    <a:pt x="251826" y="239355"/>
                    <a:pt x="236174" y="239287"/>
                  </a:cubicBezTo>
                  <a:cubicBezTo>
                    <a:pt x="224601" y="239287"/>
                    <a:pt x="213202" y="241351"/>
                    <a:pt x="202485" y="245378"/>
                  </a:cubicBezTo>
                  <a:cubicBezTo>
                    <a:pt x="198568" y="246749"/>
                    <a:pt x="194825" y="248390"/>
                    <a:pt x="191083" y="250302"/>
                  </a:cubicBezTo>
                  <a:lnTo>
                    <a:pt x="61263" y="317742"/>
                  </a:lnTo>
                  <a:lnTo>
                    <a:pt x="87973" y="169647"/>
                  </a:lnTo>
                  <a:cubicBezTo>
                    <a:pt x="92908" y="142288"/>
                    <a:pt x="83720" y="114269"/>
                    <a:pt x="63644" y="94948"/>
                  </a:cubicBezTo>
                  <a:lnTo>
                    <a:pt x="-2201" y="31145"/>
                  </a:lnTo>
                  <a:lnTo>
                    <a:pt x="-2201" y="28285"/>
                  </a:lnTo>
                  <a:cubicBezTo>
                    <a:pt x="-2201" y="28285"/>
                    <a:pt x="126767" y="-34486"/>
                    <a:pt x="235492" y="28285"/>
                  </a:cubicBezTo>
                  <a:cubicBezTo>
                    <a:pt x="340130" y="88450"/>
                    <a:pt x="461106" y="37371"/>
                    <a:pt x="470631" y="33209"/>
                  </a:cubicBezTo>
                  <a:lnTo>
                    <a:pt x="412613" y="89753"/>
                  </a:lnTo>
                  <a:cubicBezTo>
                    <a:pt x="410914" y="91412"/>
                    <a:pt x="409210" y="93239"/>
                    <a:pt x="407678" y="95202"/>
                  </a:cubicBezTo>
                  <a:close/>
                </a:path>
              </a:pathLst>
            </a:custGeom>
            <a:solidFill>
              <a:srgbClr val="FFD217"/>
            </a:solidFill>
            <a:ln w="16983" cap="flat">
              <a:noFill/>
              <a:prstDash val="solid"/>
              <a:miter/>
            </a:ln>
          </p:spPr>
          <p:txBody>
            <a:bodyPr rtlCol="0" anchor="ctr"/>
            <a:lstStyle/>
            <a:p>
              <a:endParaRPr lang="en-PK"/>
            </a:p>
          </p:txBody>
        </p:sp>
        <p:sp>
          <p:nvSpPr>
            <p:cNvPr id="7" name="Freeform: Shape 6">
              <a:extLst>
                <a:ext uri="{FF2B5EF4-FFF2-40B4-BE49-F238E27FC236}">
                  <a16:creationId xmlns:a16="http://schemas.microsoft.com/office/drawing/2014/main" id="{782064A5-67A7-63BE-5DEF-F062CD82D287}"/>
                </a:ext>
              </a:extLst>
            </p:cNvPr>
            <p:cNvSpPr/>
            <p:nvPr/>
          </p:nvSpPr>
          <p:spPr>
            <a:xfrm>
              <a:off x="875756" y="3441863"/>
              <a:ext cx="816339" cy="812914"/>
            </a:xfrm>
            <a:custGeom>
              <a:avLst/>
              <a:gdLst>
                <a:gd name="connsiteX0" fmla="*/ 799392 w 816339"/>
                <a:gd name="connsiteY0" fmla="*/ 379015 h 812914"/>
                <a:gd name="connsiteX1" fmla="*/ 650174 w 816339"/>
                <a:gd name="connsiteY1" fmla="*/ 524134 h 812914"/>
                <a:gd name="connsiteX2" fmla="*/ 641496 w 816339"/>
                <a:gd name="connsiteY2" fmla="*/ 550984 h 812914"/>
                <a:gd name="connsiteX3" fmla="*/ 677058 w 816339"/>
                <a:gd name="connsiteY3" fmla="*/ 755506 h 812914"/>
                <a:gd name="connsiteX4" fmla="*/ 666341 w 816339"/>
                <a:gd name="connsiteY4" fmla="*/ 795182 h 812914"/>
                <a:gd name="connsiteX5" fmla="*/ 628565 w 816339"/>
                <a:gd name="connsiteY5" fmla="*/ 812812 h 812914"/>
                <a:gd name="connsiteX6" fmla="*/ 605768 w 816339"/>
                <a:gd name="connsiteY6" fmla="*/ 807110 h 812914"/>
                <a:gd name="connsiteX7" fmla="*/ 420647 w 816339"/>
                <a:gd name="connsiteY7" fmla="*/ 710670 h 812914"/>
                <a:gd name="connsiteX8" fmla="*/ 406358 w 816339"/>
                <a:gd name="connsiteY8" fmla="*/ 707168 h 812914"/>
                <a:gd name="connsiteX9" fmla="*/ 392234 w 816339"/>
                <a:gd name="connsiteY9" fmla="*/ 710670 h 812914"/>
                <a:gd name="connsiteX10" fmla="*/ 205244 w 816339"/>
                <a:gd name="connsiteY10" fmla="*/ 807804 h 812914"/>
                <a:gd name="connsiteX11" fmla="*/ 182443 w 816339"/>
                <a:gd name="connsiteY11" fmla="*/ 813370 h 812914"/>
                <a:gd name="connsiteX12" fmla="*/ 144672 w 816339"/>
                <a:gd name="connsiteY12" fmla="*/ 795605 h 812914"/>
                <a:gd name="connsiteX13" fmla="*/ 134125 w 816339"/>
                <a:gd name="connsiteY13" fmla="*/ 755659 h 812914"/>
                <a:gd name="connsiteX14" fmla="*/ 171045 w 816339"/>
                <a:gd name="connsiteY14" fmla="*/ 551526 h 812914"/>
                <a:gd name="connsiteX15" fmla="*/ 162197 w 816339"/>
                <a:gd name="connsiteY15" fmla="*/ 524455 h 812914"/>
                <a:gd name="connsiteX16" fmla="*/ 12809 w 816339"/>
                <a:gd name="connsiteY16" fmla="*/ 380115 h 812914"/>
                <a:gd name="connsiteX17" fmla="*/ 218 w 816339"/>
                <a:gd name="connsiteY17" fmla="*/ 329932 h 812914"/>
                <a:gd name="connsiteX18" fmla="*/ 39863 w 816339"/>
                <a:gd name="connsiteY18" fmla="*/ 296601 h 812914"/>
                <a:gd name="connsiteX19" fmla="*/ 246589 w 816339"/>
                <a:gd name="connsiteY19" fmla="*/ 266383 h 812914"/>
                <a:gd name="connsiteX20" fmla="*/ 269390 w 816339"/>
                <a:gd name="connsiteY20" fmla="*/ 249904 h 812914"/>
                <a:gd name="connsiteX21" fmla="*/ 309371 w 816339"/>
                <a:gd name="connsiteY21" fmla="*/ 169266 h 812914"/>
                <a:gd name="connsiteX22" fmla="*/ 323324 w 816339"/>
                <a:gd name="connsiteY22" fmla="*/ 110048 h 812914"/>
                <a:gd name="connsiteX23" fmla="*/ 323324 w 816339"/>
                <a:gd name="connsiteY23" fmla="*/ 74906 h 812914"/>
                <a:gd name="connsiteX24" fmla="*/ 315328 w 816339"/>
                <a:gd name="connsiteY24" fmla="*/ 74906 h 812914"/>
                <a:gd name="connsiteX25" fmla="*/ 275513 w 816339"/>
                <a:gd name="connsiteY25" fmla="*/ 36601 h 812914"/>
                <a:gd name="connsiteX26" fmla="*/ 275513 w 816339"/>
                <a:gd name="connsiteY26" fmla="*/ 35382 h 812914"/>
                <a:gd name="connsiteX27" fmla="*/ 286404 w 816339"/>
                <a:gd name="connsiteY27" fmla="*/ 11357 h 812914"/>
                <a:gd name="connsiteX28" fmla="*/ 312948 w 816339"/>
                <a:gd name="connsiteY28" fmla="*/ 460 h 812914"/>
                <a:gd name="connsiteX29" fmla="*/ 496702 w 816339"/>
                <a:gd name="connsiteY29" fmla="*/ 460 h 812914"/>
                <a:gd name="connsiteX30" fmla="*/ 536518 w 816339"/>
                <a:gd name="connsiteY30" fmla="*/ 38766 h 812914"/>
                <a:gd name="connsiteX31" fmla="*/ 536518 w 816339"/>
                <a:gd name="connsiteY31" fmla="*/ 39984 h 812914"/>
                <a:gd name="connsiteX32" fmla="*/ 525630 w 816339"/>
                <a:gd name="connsiteY32" fmla="*/ 63993 h 812914"/>
                <a:gd name="connsiteX33" fmla="*/ 499257 w 816339"/>
                <a:gd name="connsiteY33" fmla="*/ 74889 h 812914"/>
                <a:gd name="connsiteX34" fmla="*/ 488876 w 816339"/>
                <a:gd name="connsiteY34" fmla="*/ 74889 h 812914"/>
                <a:gd name="connsiteX35" fmla="*/ 488876 w 816339"/>
                <a:gd name="connsiteY35" fmla="*/ 110420 h 812914"/>
                <a:gd name="connsiteX36" fmla="*/ 502829 w 816339"/>
                <a:gd name="connsiteY36" fmla="*/ 169925 h 812914"/>
                <a:gd name="connsiteX37" fmla="*/ 542474 w 816339"/>
                <a:gd name="connsiteY37" fmla="*/ 249447 h 812914"/>
                <a:gd name="connsiteX38" fmla="*/ 565441 w 816339"/>
                <a:gd name="connsiteY38" fmla="*/ 266044 h 812914"/>
                <a:gd name="connsiteX39" fmla="*/ 772001 w 816339"/>
                <a:gd name="connsiteY39" fmla="*/ 295620 h 812914"/>
                <a:gd name="connsiteX40" fmla="*/ 811642 w 816339"/>
                <a:gd name="connsiteY40" fmla="*/ 328816 h 812914"/>
                <a:gd name="connsiteX41" fmla="*/ 799392 w 816339"/>
                <a:gd name="connsiteY41" fmla="*/ 379015 h 812914"/>
                <a:gd name="connsiteX42" fmla="*/ 596239 w 816339"/>
                <a:gd name="connsiteY42" fmla="*/ 491530 h 812914"/>
                <a:gd name="connsiteX43" fmla="*/ 739500 w 816339"/>
                <a:gd name="connsiteY43" fmla="*/ 352249 h 812914"/>
                <a:gd name="connsiteX44" fmla="*/ 541112 w 816339"/>
                <a:gd name="connsiteY44" fmla="*/ 323977 h 812914"/>
                <a:gd name="connsiteX45" fmla="*/ 494833 w 816339"/>
                <a:gd name="connsiteY45" fmla="*/ 290510 h 812914"/>
                <a:gd name="connsiteX46" fmla="*/ 438002 w 816339"/>
                <a:gd name="connsiteY46" fmla="*/ 176507 h 812914"/>
                <a:gd name="connsiteX47" fmla="*/ 423883 w 816339"/>
                <a:gd name="connsiteY47" fmla="*/ 116968 h 812914"/>
                <a:gd name="connsiteX48" fmla="*/ 423883 w 816339"/>
                <a:gd name="connsiteY48" fmla="*/ 83670 h 812914"/>
                <a:gd name="connsiteX49" fmla="*/ 415035 w 816339"/>
                <a:gd name="connsiteY49" fmla="*/ 74838 h 812914"/>
                <a:gd name="connsiteX50" fmla="*/ 396829 w 816339"/>
                <a:gd name="connsiteY50" fmla="*/ 74838 h 812914"/>
                <a:gd name="connsiteX51" fmla="*/ 387981 w 816339"/>
                <a:gd name="connsiteY51" fmla="*/ 83670 h 812914"/>
                <a:gd name="connsiteX52" fmla="*/ 387981 w 816339"/>
                <a:gd name="connsiteY52" fmla="*/ 117120 h 812914"/>
                <a:gd name="connsiteX53" fmla="*/ 374028 w 816339"/>
                <a:gd name="connsiteY53" fmla="*/ 176338 h 812914"/>
                <a:gd name="connsiteX54" fmla="*/ 317372 w 816339"/>
                <a:gd name="connsiteY54" fmla="*/ 290713 h 812914"/>
                <a:gd name="connsiteX55" fmla="*/ 271089 w 816339"/>
                <a:gd name="connsiteY55" fmla="*/ 324298 h 812914"/>
                <a:gd name="connsiteX56" fmla="*/ 72700 w 816339"/>
                <a:gd name="connsiteY56" fmla="*/ 353213 h 812914"/>
                <a:gd name="connsiteX57" fmla="*/ 221067 w 816339"/>
                <a:gd name="connsiteY57" fmla="*/ 496521 h 812914"/>
                <a:gd name="connsiteX58" fmla="*/ 235190 w 816339"/>
                <a:gd name="connsiteY58" fmla="*/ 540224 h 812914"/>
                <a:gd name="connsiteX59" fmla="*/ 198606 w 816339"/>
                <a:gd name="connsiteY59" fmla="*/ 742664 h 812914"/>
                <a:gd name="connsiteX60" fmla="*/ 378111 w 816339"/>
                <a:gd name="connsiteY60" fmla="*/ 649608 h 812914"/>
                <a:gd name="connsiteX61" fmla="*/ 406528 w 816339"/>
                <a:gd name="connsiteY61" fmla="*/ 642603 h 812914"/>
                <a:gd name="connsiteX62" fmla="*/ 435111 w 816339"/>
                <a:gd name="connsiteY62" fmla="*/ 649608 h 812914"/>
                <a:gd name="connsiteX63" fmla="*/ 612742 w 816339"/>
                <a:gd name="connsiteY63" fmla="*/ 742207 h 812914"/>
                <a:gd name="connsiteX64" fmla="*/ 578543 w 816339"/>
                <a:gd name="connsiteY64" fmla="*/ 545942 h 812914"/>
                <a:gd name="connsiteX65" fmla="*/ 596239 w 816339"/>
                <a:gd name="connsiteY65" fmla="*/ 491530 h 81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816339" h="812914">
                  <a:moveTo>
                    <a:pt x="799392" y="379015"/>
                  </a:moveTo>
                  <a:lnTo>
                    <a:pt x="650174" y="524134"/>
                  </a:lnTo>
                  <a:cubicBezTo>
                    <a:pt x="643029" y="531121"/>
                    <a:pt x="639797" y="541154"/>
                    <a:pt x="641496" y="550984"/>
                  </a:cubicBezTo>
                  <a:lnTo>
                    <a:pt x="677058" y="755506"/>
                  </a:lnTo>
                  <a:cubicBezTo>
                    <a:pt x="679609" y="769651"/>
                    <a:pt x="675695" y="784201"/>
                    <a:pt x="666341" y="795182"/>
                  </a:cubicBezTo>
                  <a:cubicBezTo>
                    <a:pt x="656982" y="806332"/>
                    <a:pt x="643199" y="812795"/>
                    <a:pt x="628565" y="812812"/>
                  </a:cubicBezTo>
                  <a:cubicBezTo>
                    <a:pt x="620568" y="812795"/>
                    <a:pt x="612742" y="810850"/>
                    <a:pt x="605768" y="807110"/>
                  </a:cubicBezTo>
                  <a:lnTo>
                    <a:pt x="420647" y="710670"/>
                  </a:lnTo>
                  <a:cubicBezTo>
                    <a:pt x="416223" y="708352"/>
                    <a:pt x="411288" y="707151"/>
                    <a:pt x="406358" y="707168"/>
                  </a:cubicBezTo>
                  <a:cubicBezTo>
                    <a:pt x="401423" y="707168"/>
                    <a:pt x="396658" y="708369"/>
                    <a:pt x="392234" y="710670"/>
                  </a:cubicBezTo>
                  <a:lnTo>
                    <a:pt x="205244" y="807804"/>
                  </a:lnTo>
                  <a:cubicBezTo>
                    <a:pt x="198270" y="811442"/>
                    <a:pt x="190440" y="813337"/>
                    <a:pt x="182443" y="813370"/>
                  </a:cubicBezTo>
                  <a:cubicBezTo>
                    <a:pt x="167813" y="813303"/>
                    <a:pt x="154030" y="806806"/>
                    <a:pt x="144672" y="795605"/>
                  </a:cubicBezTo>
                  <a:cubicBezTo>
                    <a:pt x="135313" y="784540"/>
                    <a:pt x="131400" y="769871"/>
                    <a:pt x="134125" y="755659"/>
                  </a:cubicBezTo>
                  <a:lnTo>
                    <a:pt x="171045" y="551526"/>
                  </a:lnTo>
                  <a:cubicBezTo>
                    <a:pt x="172748" y="541628"/>
                    <a:pt x="169512" y="531476"/>
                    <a:pt x="162197" y="524455"/>
                  </a:cubicBezTo>
                  <a:lnTo>
                    <a:pt x="12809" y="380115"/>
                  </a:lnTo>
                  <a:cubicBezTo>
                    <a:pt x="-634" y="367138"/>
                    <a:pt x="-5568" y="347664"/>
                    <a:pt x="218" y="329932"/>
                  </a:cubicBezTo>
                  <a:cubicBezTo>
                    <a:pt x="6004" y="312184"/>
                    <a:pt x="21316" y="299240"/>
                    <a:pt x="39863" y="296601"/>
                  </a:cubicBezTo>
                  <a:lnTo>
                    <a:pt x="246589" y="266383"/>
                  </a:lnTo>
                  <a:cubicBezTo>
                    <a:pt x="256458" y="264945"/>
                    <a:pt x="264966" y="258786"/>
                    <a:pt x="269390" y="249904"/>
                  </a:cubicBezTo>
                  <a:lnTo>
                    <a:pt x="309371" y="169266"/>
                  </a:lnTo>
                  <a:cubicBezTo>
                    <a:pt x="318560" y="150840"/>
                    <a:pt x="323324" y="130588"/>
                    <a:pt x="323324" y="110048"/>
                  </a:cubicBezTo>
                  <a:lnTo>
                    <a:pt x="323324" y="74906"/>
                  </a:lnTo>
                  <a:lnTo>
                    <a:pt x="315328" y="74906"/>
                  </a:lnTo>
                  <a:cubicBezTo>
                    <a:pt x="293719" y="75227"/>
                    <a:pt x="275853" y="58088"/>
                    <a:pt x="275513" y="36601"/>
                  </a:cubicBezTo>
                  <a:cubicBezTo>
                    <a:pt x="275513" y="36194"/>
                    <a:pt x="275513" y="35788"/>
                    <a:pt x="275513" y="35382"/>
                  </a:cubicBezTo>
                  <a:cubicBezTo>
                    <a:pt x="276023" y="26314"/>
                    <a:pt x="279937" y="17769"/>
                    <a:pt x="286404" y="11357"/>
                  </a:cubicBezTo>
                  <a:cubicBezTo>
                    <a:pt x="293379" y="4369"/>
                    <a:pt x="302908" y="460"/>
                    <a:pt x="312948" y="460"/>
                  </a:cubicBezTo>
                  <a:lnTo>
                    <a:pt x="496702" y="460"/>
                  </a:lnTo>
                  <a:cubicBezTo>
                    <a:pt x="518311" y="122"/>
                    <a:pt x="536177" y="17279"/>
                    <a:pt x="536518" y="38766"/>
                  </a:cubicBezTo>
                  <a:cubicBezTo>
                    <a:pt x="536518" y="39172"/>
                    <a:pt x="536518" y="39578"/>
                    <a:pt x="536518" y="39984"/>
                  </a:cubicBezTo>
                  <a:cubicBezTo>
                    <a:pt x="535836" y="49036"/>
                    <a:pt x="532094" y="57581"/>
                    <a:pt x="525630" y="63993"/>
                  </a:cubicBezTo>
                  <a:cubicBezTo>
                    <a:pt x="518651" y="70981"/>
                    <a:pt x="509122" y="74906"/>
                    <a:pt x="499257" y="74889"/>
                  </a:cubicBezTo>
                  <a:lnTo>
                    <a:pt x="488876" y="74889"/>
                  </a:lnTo>
                  <a:lnTo>
                    <a:pt x="488876" y="110420"/>
                  </a:lnTo>
                  <a:cubicBezTo>
                    <a:pt x="488876" y="131061"/>
                    <a:pt x="493640" y="151432"/>
                    <a:pt x="502829" y="169925"/>
                  </a:cubicBezTo>
                  <a:lnTo>
                    <a:pt x="542474" y="249447"/>
                  </a:lnTo>
                  <a:cubicBezTo>
                    <a:pt x="546898" y="258397"/>
                    <a:pt x="555406" y="264606"/>
                    <a:pt x="565441" y="266044"/>
                  </a:cubicBezTo>
                  <a:lnTo>
                    <a:pt x="772001" y="295620"/>
                  </a:lnTo>
                  <a:cubicBezTo>
                    <a:pt x="790544" y="298192"/>
                    <a:pt x="806030" y="311084"/>
                    <a:pt x="811642" y="328816"/>
                  </a:cubicBezTo>
                  <a:cubicBezTo>
                    <a:pt x="817598" y="346513"/>
                    <a:pt x="812834" y="366055"/>
                    <a:pt x="799392" y="379015"/>
                  </a:cubicBezTo>
                  <a:close/>
                  <a:moveTo>
                    <a:pt x="596239" y="491530"/>
                  </a:moveTo>
                  <a:lnTo>
                    <a:pt x="739500" y="352249"/>
                  </a:lnTo>
                  <a:lnTo>
                    <a:pt x="541112" y="323977"/>
                  </a:lnTo>
                  <a:cubicBezTo>
                    <a:pt x="521206" y="321049"/>
                    <a:pt x="503851" y="308546"/>
                    <a:pt x="494833" y="290510"/>
                  </a:cubicBezTo>
                  <a:lnTo>
                    <a:pt x="438002" y="176507"/>
                  </a:lnTo>
                  <a:cubicBezTo>
                    <a:pt x="428814" y="157997"/>
                    <a:pt x="423883" y="137626"/>
                    <a:pt x="423883" y="116968"/>
                  </a:cubicBezTo>
                  <a:lnTo>
                    <a:pt x="423883" y="83670"/>
                  </a:lnTo>
                  <a:cubicBezTo>
                    <a:pt x="423883" y="78797"/>
                    <a:pt x="419966" y="74838"/>
                    <a:pt x="415035" y="74838"/>
                  </a:cubicBezTo>
                  <a:lnTo>
                    <a:pt x="396829" y="74838"/>
                  </a:lnTo>
                  <a:cubicBezTo>
                    <a:pt x="391894" y="74838"/>
                    <a:pt x="387981" y="78797"/>
                    <a:pt x="387981" y="83670"/>
                  </a:cubicBezTo>
                  <a:lnTo>
                    <a:pt x="387981" y="117120"/>
                  </a:lnTo>
                  <a:cubicBezTo>
                    <a:pt x="387981" y="137660"/>
                    <a:pt x="383216" y="157913"/>
                    <a:pt x="374028" y="176338"/>
                  </a:cubicBezTo>
                  <a:lnTo>
                    <a:pt x="317372" y="290713"/>
                  </a:lnTo>
                  <a:cubicBezTo>
                    <a:pt x="308354" y="308749"/>
                    <a:pt x="291169" y="321269"/>
                    <a:pt x="271089" y="324298"/>
                  </a:cubicBezTo>
                  <a:lnTo>
                    <a:pt x="72700" y="353213"/>
                  </a:lnTo>
                  <a:lnTo>
                    <a:pt x="221067" y="496521"/>
                  </a:lnTo>
                  <a:cubicBezTo>
                    <a:pt x="232806" y="507823"/>
                    <a:pt x="238081" y="524218"/>
                    <a:pt x="235190" y="540224"/>
                  </a:cubicBezTo>
                  <a:lnTo>
                    <a:pt x="198606" y="742664"/>
                  </a:lnTo>
                  <a:lnTo>
                    <a:pt x="378111" y="649608"/>
                  </a:lnTo>
                  <a:cubicBezTo>
                    <a:pt x="386788" y="645023"/>
                    <a:pt x="396658" y="642620"/>
                    <a:pt x="406528" y="642603"/>
                  </a:cubicBezTo>
                  <a:cubicBezTo>
                    <a:pt x="416564" y="642620"/>
                    <a:pt x="426434" y="645023"/>
                    <a:pt x="435111" y="649608"/>
                  </a:cubicBezTo>
                  <a:lnTo>
                    <a:pt x="612742" y="742207"/>
                  </a:lnTo>
                  <a:lnTo>
                    <a:pt x="578543" y="545942"/>
                  </a:lnTo>
                  <a:cubicBezTo>
                    <a:pt x="574971" y="526011"/>
                    <a:pt x="581604" y="505657"/>
                    <a:pt x="596239" y="491530"/>
                  </a:cubicBezTo>
                  <a:close/>
                </a:path>
              </a:pathLst>
            </a:custGeom>
            <a:solidFill>
              <a:srgbClr val="FFFFFF"/>
            </a:solidFill>
            <a:ln w="16983" cap="flat">
              <a:noFill/>
              <a:prstDash val="solid"/>
              <a:miter/>
            </a:ln>
          </p:spPr>
          <p:txBody>
            <a:bodyPr rtlCol="0" anchor="ctr"/>
            <a:lstStyle/>
            <a:p>
              <a:endParaRPr lang="en-PK"/>
            </a:p>
          </p:txBody>
        </p:sp>
        <p:sp>
          <p:nvSpPr>
            <p:cNvPr id="9" name="Freeform: Shape 8">
              <a:extLst>
                <a:ext uri="{FF2B5EF4-FFF2-40B4-BE49-F238E27FC236}">
                  <a16:creationId xmlns:a16="http://schemas.microsoft.com/office/drawing/2014/main" id="{B9718E86-C394-EB98-9659-A43B52042DAF}"/>
                </a:ext>
              </a:extLst>
            </p:cNvPr>
            <p:cNvSpPr/>
            <p:nvPr/>
          </p:nvSpPr>
          <p:spPr>
            <a:xfrm>
              <a:off x="1110512" y="3853314"/>
              <a:ext cx="409541" cy="284533"/>
            </a:xfrm>
            <a:custGeom>
              <a:avLst/>
              <a:gdLst>
                <a:gd name="connsiteX0" fmla="*/ 344036 w 409541"/>
                <a:gd name="connsiteY0" fmla="*/ 62644 h 284533"/>
                <a:gd name="connsiteX1" fmla="*/ 321576 w 409541"/>
                <a:gd name="connsiteY1" fmla="*/ 142402 h 284533"/>
                <a:gd name="connsiteX2" fmla="*/ 346416 w 409541"/>
                <a:gd name="connsiteY2" fmla="*/ 284407 h 284533"/>
                <a:gd name="connsiteX3" fmla="*/ 217955 w 409541"/>
                <a:gd name="connsiteY3" fmla="*/ 217491 h 284533"/>
                <a:gd name="connsiteX4" fmla="*/ 172698 w 409541"/>
                <a:gd name="connsiteY4" fmla="*/ 206459 h 284533"/>
                <a:gd name="connsiteX5" fmla="*/ 139180 w 409541"/>
                <a:gd name="connsiteY5" fmla="*/ 212550 h 284533"/>
                <a:gd name="connsiteX6" fmla="*/ 127777 w 409541"/>
                <a:gd name="connsiteY6" fmla="*/ 217474 h 284533"/>
                <a:gd name="connsiteX7" fmla="*/ -2212 w 409541"/>
                <a:gd name="connsiteY7" fmla="*/ 284914 h 284533"/>
                <a:gd name="connsiteX8" fmla="*/ 407330 w 409541"/>
                <a:gd name="connsiteY8" fmla="*/ 381 h 284533"/>
                <a:gd name="connsiteX9" fmla="*/ 349307 w 409541"/>
                <a:gd name="connsiteY9" fmla="*/ 56925 h 284533"/>
                <a:gd name="connsiteX10" fmla="*/ 344377 w 409541"/>
                <a:gd name="connsiteY10" fmla="*/ 62374 h 28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9541" h="284533">
                  <a:moveTo>
                    <a:pt x="344036" y="62644"/>
                  </a:moveTo>
                  <a:cubicBezTo>
                    <a:pt x="324807" y="84504"/>
                    <a:pt x="316641" y="113808"/>
                    <a:pt x="321576" y="142402"/>
                  </a:cubicBezTo>
                  <a:lnTo>
                    <a:pt x="346416" y="284407"/>
                  </a:lnTo>
                  <a:lnTo>
                    <a:pt x="217955" y="217491"/>
                  </a:lnTo>
                  <a:cubicBezTo>
                    <a:pt x="204006" y="210300"/>
                    <a:pt x="188521" y="206527"/>
                    <a:pt x="172698" y="206459"/>
                  </a:cubicBezTo>
                  <a:cubicBezTo>
                    <a:pt x="161300" y="206459"/>
                    <a:pt x="149897" y="208523"/>
                    <a:pt x="139180" y="212550"/>
                  </a:cubicBezTo>
                  <a:cubicBezTo>
                    <a:pt x="135267" y="213920"/>
                    <a:pt x="131524" y="215562"/>
                    <a:pt x="127777" y="217474"/>
                  </a:cubicBezTo>
                  <a:lnTo>
                    <a:pt x="-2212" y="284914"/>
                  </a:lnTo>
                  <a:lnTo>
                    <a:pt x="407330" y="381"/>
                  </a:lnTo>
                  <a:lnTo>
                    <a:pt x="349307" y="56925"/>
                  </a:lnTo>
                  <a:cubicBezTo>
                    <a:pt x="347438" y="58583"/>
                    <a:pt x="345905" y="60411"/>
                    <a:pt x="344377" y="62374"/>
                  </a:cubicBezTo>
                  <a:close/>
                </a:path>
              </a:pathLst>
            </a:custGeom>
            <a:solidFill>
              <a:srgbClr val="FFFFFF">
                <a:alpha val="30000"/>
              </a:srgbClr>
            </a:solidFill>
            <a:ln w="16983" cap="flat">
              <a:noFill/>
              <a:prstDash val="solid"/>
              <a:miter/>
            </a:ln>
          </p:spPr>
          <p:txBody>
            <a:bodyPr rtlCol="0" anchor="ctr"/>
            <a:lstStyle/>
            <a:p>
              <a:endParaRPr lang="en-PK"/>
            </a:p>
          </p:txBody>
        </p:sp>
      </p:grpSp>
    </p:spTree>
    <p:extLst>
      <p:ext uri="{BB962C8B-B14F-4D97-AF65-F5344CB8AC3E}">
        <p14:creationId xmlns:p14="http://schemas.microsoft.com/office/powerpoint/2010/main" val="740074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person writing on a notebook&#10;&#10;Description automatically generated">
            <a:extLst>
              <a:ext uri="{FF2B5EF4-FFF2-40B4-BE49-F238E27FC236}">
                <a16:creationId xmlns:a16="http://schemas.microsoft.com/office/drawing/2014/main" id="{FCF21A10-4489-D491-4606-D0460C2A7120}"/>
              </a:ext>
            </a:extLst>
          </p:cNvPr>
          <p:cNvPicPr>
            <a:picLocks noChangeAspect="1"/>
          </p:cNvPicPr>
          <p:nvPr/>
        </p:nvPicPr>
        <p:blipFill rotWithShape="1">
          <a:blip r:embed="rId2">
            <a:extLst>
              <a:ext uri="{28A0092B-C50C-407E-A947-70E740481C1C}">
                <a14:useLocalDpi xmlns:a14="http://schemas.microsoft.com/office/drawing/2010/main" val="0"/>
              </a:ext>
            </a:extLst>
          </a:blip>
          <a:srcRect l="6142" t="4638" r="42512" b="-4638"/>
          <a:stretch/>
        </p:blipFill>
        <p:spPr>
          <a:xfrm>
            <a:off x="8099479" y="1716573"/>
            <a:ext cx="4068667" cy="5367780"/>
          </a:xfrm>
          <a:prstGeom prst="rect">
            <a:avLst/>
          </a:prstGeom>
        </p:spPr>
      </p:pic>
      <p:sp>
        <p:nvSpPr>
          <p:cNvPr id="2" name="Title 1">
            <a:extLst>
              <a:ext uri="{FF2B5EF4-FFF2-40B4-BE49-F238E27FC236}">
                <a16:creationId xmlns:a16="http://schemas.microsoft.com/office/drawing/2014/main" id="{BAA1E9EF-46B0-B14B-7CE6-83B8FDD3E2B3}"/>
              </a:ext>
            </a:extLst>
          </p:cNvPr>
          <p:cNvSpPr>
            <a:spLocks noGrp="1"/>
          </p:cNvSpPr>
          <p:nvPr>
            <p:ph type="title"/>
          </p:nvPr>
        </p:nvSpPr>
        <p:spPr>
          <a:xfrm>
            <a:off x="367590" y="300313"/>
            <a:ext cx="8614064" cy="1309370"/>
          </a:xfrm>
        </p:spPr>
        <p:txBody>
          <a:bodyPr anchor="b">
            <a:normAutofit/>
          </a:bodyPr>
          <a:lstStyle/>
          <a:p>
            <a:r>
              <a:rPr lang="en-US" sz="4000" b="1" dirty="0">
                <a:ea typeface="Calibri Light"/>
                <a:cs typeface="Calibri Light"/>
              </a:rPr>
              <a:t>1.Content creation </a:t>
            </a:r>
            <a:endParaRPr lang="en-US" sz="4000" b="1" dirty="0"/>
          </a:p>
        </p:txBody>
      </p:sp>
      <p:sp>
        <p:nvSpPr>
          <p:cNvPr id="8" name="Content Placeholder 7">
            <a:extLst>
              <a:ext uri="{FF2B5EF4-FFF2-40B4-BE49-F238E27FC236}">
                <a16:creationId xmlns:a16="http://schemas.microsoft.com/office/drawing/2014/main" id="{2DA50B97-E5E0-EE7D-E300-5C7BBDCA6B1C}"/>
              </a:ext>
            </a:extLst>
          </p:cNvPr>
          <p:cNvSpPr>
            <a:spLocks noGrp="1"/>
          </p:cNvSpPr>
          <p:nvPr>
            <p:ph idx="1"/>
          </p:nvPr>
        </p:nvSpPr>
        <p:spPr>
          <a:xfrm>
            <a:off x="523052" y="2362644"/>
            <a:ext cx="7029522" cy="2895156"/>
          </a:xfrm>
        </p:spPr>
        <p:txBody>
          <a:bodyPr anchor="t">
            <a:normAutofit/>
          </a:bodyPr>
          <a:lstStyle/>
          <a:p>
            <a:r>
              <a:rPr lang="en-US" sz="2000" dirty="0">
                <a:ea typeface="Calibri"/>
                <a:cs typeface="Calibri"/>
              </a:rPr>
              <a:t>For a website to rank better and have more organic traffic requires consistent content posted in a timely order.</a:t>
            </a:r>
          </a:p>
          <a:p>
            <a:endParaRPr lang="en-US" sz="2000" dirty="0">
              <a:ea typeface="Calibri"/>
              <a:cs typeface="Calibri"/>
            </a:endParaRPr>
          </a:p>
          <a:p>
            <a:r>
              <a:rPr lang="en-US" sz="2000" dirty="0">
                <a:ea typeface="Calibri"/>
                <a:cs typeface="Calibri"/>
              </a:rPr>
              <a:t>We have been maintaining the blog content timely.</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aphic 2">
            <a:extLst>
              <a:ext uri="{FF2B5EF4-FFF2-40B4-BE49-F238E27FC236}">
                <a16:creationId xmlns:a16="http://schemas.microsoft.com/office/drawing/2014/main" id="{230229BC-0E13-D817-7908-0A23A299DE93}"/>
              </a:ext>
            </a:extLst>
          </p:cNvPr>
          <p:cNvGrpSpPr/>
          <p:nvPr/>
        </p:nvGrpSpPr>
        <p:grpSpPr>
          <a:xfrm>
            <a:off x="11160161" y="457956"/>
            <a:ext cx="664249" cy="660534"/>
            <a:chOff x="728569" y="3306496"/>
            <a:chExt cx="1111000" cy="1104786"/>
          </a:xfrm>
        </p:grpSpPr>
        <p:sp>
          <p:nvSpPr>
            <p:cNvPr id="5" name="Freeform: Shape 4">
              <a:extLst>
                <a:ext uri="{FF2B5EF4-FFF2-40B4-BE49-F238E27FC236}">
                  <a16:creationId xmlns:a16="http://schemas.microsoft.com/office/drawing/2014/main" id="{94708C22-6095-84D3-98C8-BCA16B937110}"/>
                </a:ext>
              </a:extLst>
            </p:cNvPr>
            <p:cNvSpPr/>
            <p:nvPr/>
          </p:nvSpPr>
          <p:spPr>
            <a:xfrm>
              <a:off x="728569" y="3306496"/>
              <a:ext cx="1111000" cy="1104786"/>
            </a:xfrm>
            <a:custGeom>
              <a:avLst/>
              <a:gdLst>
                <a:gd name="connsiteX0" fmla="*/ 855783 w 1111000"/>
                <a:gd name="connsiteY0" fmla="*/ 1 h 1104786"/>
                <a:gd name="connsiteX1" fmla="*/ 1111002 w 1111000"/>
                <a:gd name="connsiteY1" fmla="*/ 1 h 1104786"/>
                <a:gd name="connsiteX2" fmla="*/ 1111002 w 1111000"/>
                <a:gd name="connsiteY2" fmla="*/ 1104788 h 1104786"/>
                <a:gd name="connsiteX3" fmla="*/ 855783 w 1111000"/>
                <a:gd name="connsiteY3" fmla="*/ 1104788 h 1104786"/>
                <a:gd name="connsiteX4" fmla="*/ 255220 w 1111000"/>
                <a:gd name="connsiteY4" fmla="*/ 1104788 h 1104786"/>
                <a:gd name="connsiteX5" fmla="*/ 1 w 1111000"/>
                <a:gd name="connsiteY5" fmla="*/ 1104788 h 1104786"/>
                <a:gd name="connsiteX6" fmla="*/ 1 w 1111000"/>
                <a:gd name="connsiteY6" fmla="*/ 1 h 1104786"/>
                <a:gd name="connsiteX7" fmla="*/ 255220 w 1111000"/>
                <a:gd name="connsiteY7" fmla="*/ 1 h 110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000" h="1104786">
                  <a:moveTo>
                    <a:pt x="855783" y="1"/>
                  </a:moveTo>
                  <a:cubicBezTo>
                    <a:pt x="996736" y="1"/>
                    <a:pt x="1111002" y="1"/>
                    <a:pt x="1111002" y="1"/>
                  </a:cubicBezTo>
                  <a:lnTo>
                    <a:pt x="1111002" y="1104788"/>
                  </a:lnTo>
                  <a:cubicBezTo>
                    <a:pt x="1111002" y="1104788"/>
                    <a:pt x="996736" y="1104788"/>
                    <a:pt x="855783" y="1104788"/>
                  </a:cubicBezTo>
                  <a:lnTo>
                    <a:pt x="255220" y="1104788"/>
                  </a:lnTo>
                  <a:cubicBezTo>
                    <a:pt x="114267" y="1104788"/>
                    <a:pt x="1" y="1104788"/>
                    <a:pt x="1" y="1104788"/>
                  </a:cubicBezTo>
                  <a:lnTo>
                    <a:pt x="1" y="1"/>
                  </a:lnTo>
                  <a:cubicBezTo>
                    <a:pt x="1" y="1"/>
                    <a:pt x="114267" y="1"/>
                    <a:pt x="255220" y="1"/>
                  </a:cubicBezTo>
                  <a:close/>
                </a:path>
              </a:pathLst>
            </a:custGeom>
            <a:solidFill>
              <a:srgbClr val="00BCD4"/>
            </a:solidFill>
            <a:ln w="50950" cap="flat">
              <a:solidFill>
                <a:srgbClr val="FFFFFF"/>
              </a:solidFill>
              <a:prstDash val="solid"/>
              <a:miter/>
            </a:ln>
          </p:spPr>
          <p:txBody>
            <a:bodyPr rtlCol="0" anchor="ctr"/>
            <a:lstStyle/>
            <a:p>
              <a:endParaRPr lang="en-PK"/>
            </a:p>
          </p:txBody>
        </p:sp>
        <p:sp>
          <p:nvSpPr>
            <p:cNvPr id="6" name="Freeform: Shape 5">
              <a:extLst>
                <a:ext uri="{FF2B5EF4-FFF2-40B4-BE49-F238E27FC236}">
                  <a16:creationId xmlns:a16="http://schemas.microsoft.com/office/drawing/2014/main" id="{FB2AF919-73BB-F8CB-4EB0-6AF0AD982013}"/>
                </a:ext>
              </a:extLst>
            </p:cNvPr>
            <p:cNvSpPr/>
            <p:nvPr/>
          </p:nvSpPr>
          <p:spPr>
            <a:xfrm>
              <a:off x="1047203" y="3820475"/>
              <a:ext cx="472831" cy="317355"/>
            </a:xfrm>
            <a:custGeom>
              <a:avLst/>
              <a:gdLst>
                <a:gd name="connsiteX0" fmla="*/ 407337 w 472831"/>
                <a:gd name="connsiteY0" fmla="*/ 95472 h 317355"/>
                <a:gd name="connsiteX1" fmla="*/ 384881 w 472831"/>
                <a:gd name="connsiteY1" fmla="*/ 175230 h 317355"/>
                <a:gd name="connsiteX2" fmla="*/ 409721 w 472831"/>
                <a:gd name="connsiteY2" fmla="*/ 317235 h 317355"/>
                <a:gd name="connsiteX3" fmla="*/ 281261 w 472831"/>
                <a:gd name="connsiteY3" fmla="*/ 250319 h 317355"/>
                <a:gd name="connsiteX4" fmla="*/ 236174 w 472831"/>
                <a:gd name="connsiteY4" fmla="*/ 239287 h 317355"/>
                <a:gd name="connsiteX5" fmla="*/ 202485 w 472831"/>
                <a:gd name="connsiteY5" fmla="*/ 245378 h 317355"/>
                <a:gd name="connsiteX6" fmla="*/ 191083 w 472831"/>
                <a:gd name="connsiteY6" fmla="*/ 250302 h 317355"/>
                <a:gd name="connsiteX7" fmla="*/ 61263 w 472831"/>
                <a:gd name="connsiteY7" fmla="*/ 317742 h 317355"/>
                <a:gd name="connsiteX8" fmla="*/ 87973 w 472831"/>
                <a:gd name="connsiteY8" fmla="*/ 169647 h 317355"/>
                <a:gd name="connsiteX9" fmla="*/ 63644 w 472831"/>
                <a:gd name="connsiteY9" fmla="*/ 94948 h 317355"/>
                <a:gd name="connsiteX10" fmla="*/ -2201 w 472831"/>
                <a:gd name="connsiteY10" fmla="*/ 31145 h 317355"/>
                <a:gd name="connsiteX11" fmla="*/ -2201 w 472831"/>
                <a:gd name="connsiteY11" fmla="*/ 28285 h 317355"/>
                <a:gd name="connsiteX12" fmla="*/ 235492 w 472831"/>
                <a:gd name="connsiteY12" fmla="*/ 28285 h 317355"/>
                <a:gd name="connsiteX13" fmla="*/ 470631 w 472831"/>
                <a:gd name="connsiteY13" fmla="*/ 33209 h 317355"/>
                <a:gd name="connsiteX14" fmla="*/ 412613 w 472831"/>
                <a:gd name="connsiteY14" fmla="*/ 89753 h 317355"/>
                <a:gd name="connsiteX15" fmla="*/ 407678 w 472831"/>
                <a:gd name="connsiteY15" fmla="*/ 95202 h 31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2831" h="317355">
                  <a:moveTo>
                    <a:pt x="407337" y="95472"/>
                  </a:moveTo>
                  <a:cubicBezTo>
                    <a:pt x="388113" y="117332"/>
                    <a:pt x="379946" y="146636"/>
                    <a:pt x="384881" y="175230"/>
                  </a:cubicBezTo>
                  <a:lnTo>
                    <a:pt x="409721" y="317235"/>
                  </a:lnTo>
                  <a:lnTo>
                    <a:pt x="281261" y="250319"/>
                  </a:lnTo>
                  <a:cubicBezTo>
                    <a:pt x="267307" y="243128"/>
                    <a:pt x="251826" y="239355"/>
                    <a:pt x="236174" y="239287"/>
                  </a:cubicBezTo>
                  <a:cubicBezTo>
                    <a:pt x="224601" y="239287"/>
                    <a:pt x="213202" y="241351"/>
                    <a:pt x="202485" y="245378"/>
                  </a:cubicBezTo>
                  <a:cubicBezTo>
                    <a:pt x="198568" y="246749"/>
                    <a:pt x="194825" y="248390"/>
                    <a:pt x="191083" y="250302"/>
                  </a:cubicBezTo>
                  <a:lnTo>
                    <a:pt x="61263" y="317742"/>
                  </a:lnTo>
                  <a:lnTo>
                    <a:pt x="87973" y="169647"/>
                  </a:lnTo>
                  <a:cubicBezTo>
                    <a:pt x="92908" y="142288"/>
                    <a:pt x="83720" y="114269"/>
                    <a:pt x="63644" y="94948"/>
                  </a:cubicBezTo>
                  <a:lnTo>
                    <a:pt x="-2201" y="31145"/>
                  </a:lnTo>
                  <a:lnTo>
                    <a:pt x="-2201" y="28285"/>
                  </a:lnTo>
                  <a:cubicBezTo>
                    <a:pt x="-2201" y="28285"/>
                    <a:pt x="126767" y="-34486"/>
                    <a:pt x="235492" y="28285"/>
                  </a:cubicBezTo>
                  <a:cubicBezTo>
                    <a:pt x="340130" y="88450"/>
                    <a:pt x="461106" y="37371"/>
                    <a:pt x="470631" y="33209"/>
                  </a:cubicBezTo>
                  <a:lnTo>
                    <a:pt x="412613" y="89753"/>
                  </a:lnTo>
                  <a:cubicBezTo>
                    <a:pt x="410914" y="91412"/>
                    <a:pt x="409210" y="93239"/>
                    <a:pt x="407678" y="95202"/>
                  </a:cubicBezTo>
                  <a:close/>
                </a:path>
              </a:pathLst>
            </a:custGeom>
            <a:solidFill>
              <a:srgbClr val="FFD217"/>
            </a:solidFill>
            <a:ln w="16983" cap="flat">
              <a:noFill/>
              <a:prstDash val="solid"/>
              <a:miter/>
            </a:ln>
          </p:spPr>
          <p:txBody>
            <a:bodyPr rtlCol="0" anchor="ctr"/>
            <a:lstStyle/>
            <a:p>
              <a:endParaRPr lang="en-PK"/>
            </a:p>
          </p:txBody>
        </p:sp>
        <p:sp>
          <p:nvSpPr>
            <p:cNvPr id="7" name="Freeform: Shape 6">
              <a:extLst>
                <a:ext uri="{FF2B5EF4-FFF2-40B4-BE49-F238E27FC236}">
                  <a16:creationId xmlns:a16="http://schemas.microsoft.com/office/drawing/2014/main" id="{BE52BF92-7138-1F31-F46D-5F84045CCE54}"/>
                </a:ext>
              </a:extLst>
            </p:cNvPr>
            <p:cNvSpPr/>
            <p:nvPr/>
          </p:nvSpPr>
          <p:spPr>
            <a:xfrm>
              <a:off x="875756" y="3441863"/>
              <a:ext cx="816339" cy="812914"/>
            </a:xfrm>
            <a:custGeom>
              <a:avLst/>
              <a:gdLst>
                <a:gd name="connsiteX0" fmla="*/ 799392 w 816339"/>
                <a:gd name="connsiteY0" fmla="*/ 379015 h 812914"/>
                <a:gd name="connsiteX1" fmla="*/ 650174 w 816339"/>
                <a:gd name="connsiteY1" fmla="*/ 524134 h 812914"/>
                <a:gd name="connsiteX2" fmla="*/ 641496 w 816339"/>
                <a:gd name="connsiteY2" fmla="*/ 550984 h 812914"/>
                <a:gd name="connsiteX3" fmla="*/ 677058 w 816339"/>
                <a:gd name="connsiteY3" fmla="*/ 755506 h 812914"/>
                <a:gd name="connsiteX4" fmla="*/ 666341 w 816339"/>
                <a:gd name="connsiteY4" fmla="*/ 795182 h 812914"/>
                <a:gd name="connsiteX5" fmla="*/ 628565 w 816339"/>
                <a:gd name="connsiteY5" fmla="*/ 812812 h 812914"/>
                <a:gd name="connsiteX6" fmla="*/ 605768 w 816339"/>
                <a:gd name="connsiteY6" fmla="*/ 807110 h 812914"/>
                <a:gd name="connsiteX7" fmla="*/ 420647 w 816339"/>
                <a:gd name="connsiteY7" fmla="*/ 710670 h 812914"/>
                <a:gd name="connsiteX8" fmla="*/ 406358 w 816339"/>
                <a:gd name="connsiteY8" fmla="*/ 707168 h 812914"/>
                <a:gd name="connsiteX9" fmla="*/ 392234 w 816339"/>
                <a:gd name="connsiteY9" fmla="*/ 710670 h 812914"/>
                <a:gd name="connsiteX10" fmla="*/ 205244 w 816339"/>
                <a:gd name="connsiteY10" fmla="*/ 807804 h 812914"/>
                <a:gd name="connsiteX11" fmla="*/ 182443 w 816339"/>
                <a:gd name="connsiteY11" fmla="*/ 813370 h 812914"/>
                <a:gd name="connsiteX12" fmla="*/ 144672 w 816339"/>
                <a:gd name="connsiteY12" fmla="*/ 795605 h 812914"/>
                <a:gd name="connsiteX13" fmla="*/ 134125 w 816339"/>
                <a:gd name="connsiteY13" fmla="*/ 755659 h 812914"/>
                <a:gd name="connsiteX14" fmla="*/ 171045 w 816339"/>
                <a:gd name="connsiteY14" fmla="*/ 551526 h 812914"/>
                <a:gd name="connsiteX15" fmla="*/ 162197 w 816339"/>
                <a:gd name="connsiteY15" fmla="*/ 524455 h 812914"/>
                <a:gd name="connsiteX16" fmla="*/ 12809 w 816339"/>
                <a:gd name="connsiteY16" fmla="*/ 380115 h 812914"/>
                <a:gd name="connsiteX17" fmla="*/ 218 w 816339"/>
                <a:gd name="connsiteY17" fmla="*/ 329932 h 812914"/>
                <a:gd name="connsiteX18" fmla="*/ 39863 w 816339"/>
                <a:gd name="connsiteY18" fmla="*/ 296601 h 812914"/>
                <a:gd name="connsiteX19" fmla="*/ 246589 w 816339"/>
                <a:gd name="connsiteY19" fmla="*/ 266383 h 812914"/>
                <a:gd name="connsiteX20" fmla="*/ 269390 w 816339"/>
                <a:gd name="connsiteY20" fmla="*/ 249904 h 812914"/>
                <a:gd name="connsiteX21" fmla="*/ 309371 w 816339"/>
                <a:gd name="connsiteY21" fmla="*/ 169266 h 812914"/>
                <a:gd name="connsiteX22" fmla="*/ 323324 w 816339"/>
                <a:gd name="connsiteY22" fmla="*/ 110048 h 812914"/>
                <a:gd name="connsiteX23" fmla="*/ 323324 w 816339"/>
                <a:gd name="connsiteY23" fmla="*/ 74906 h 812914"/>
                <a:gd name="connsiteX24" fmla="*/ 315328 w 816339"/>
                <a:gd name="connsiteY24" fmla="*/ 74906 h 812914"/>
                <a:gd name="connsiteX25" fmla="*/ 275513 w 816339"/>
                <a:gd name="connsiteY25" fmla="*/ 36601 h 812914"/>
                <a:gd name="connsiteX26" fmla="*/ 275513 w 816339"/>
                <a:gd name="connsiteY26" fmla="*/ 35382 h 812914"/>
                <a:gd name="connsiteX27" fmla="*/ 286404 w 816339"/>
                <a:gd name="connsiteY27" fmla="*/ 11357 h 812914"/>
                <a:gd name="connsiteX28" fmla="*/ 312948 w 816339"/>
                <a:gd name="connsiteY28" fmla="*/ 460 h 812914"/>
                <a:gd name="connsiteX29" fmla="*/ 496702 w 816339"/>
                <a:gd name="connsiteY29" fmla="*/ 460 h 812914"/>
                <a:gd name="connsiteX30" fmla="*/ 536518 w 816339"/>
                <a:gd name="connsiteY30" fmla="*/ 38766 h 812914"/>
                <a:gd name="connsiteX31" fmla="*/ 536518 w 816339"/>
                <a:gd name="connsiteY31" fmla="*/ 39984 h 812914"/>
                <a:gd name="connsiteX32" fmla="*/ 525630 w 816339"/>
                <a:gd name="connsiteY32" fmla="*/ 63993 h 812914"/>
                <a:gd name="connsiteX33" fmla="*/ 499257 w 816339"/>
                <a:gd name="connsiteY33" fmla="*/ 74889 h 812914"/>
                <a:gd name="connsiteX34" fmla="*/ 488876 w 816339"/>
                <a:gd name="connsiteY34" fmla="*/ 74889 h 812914"/>
                <a:gd name="connsiteX35" fmla="*/ 488876 w 816339"/>
                <a:gd name="connsiteY35" fmla="*/ 110420 h 812914"/>
                <a:gd name="connsiteX36" fmla="*/ 502829 w 816339"/>
                <a:gd name="connsiteY36" fmla="*/ 169925 h 812914"/>
                <a:gd name="connsiteX37" fmla="*/ 542474 w 816339"/>
                <a:gd name="connsiteY37" fmla="*/ 249447 h 812914"/>
                <a:gd name="connsiteX38" fmla="*/ 565441 w 816339"/>
                <a:gd name="connsiteY38" fmla="*/ 266044 h 812914"/>
                <a:gd name="connsiteX39" fmla="*/ 772001 w 816339"/>
                <a:gd name="connsiteY39" fmla="*/ 295620 h 812914"/>
                <a:gd name="connsiteX40" fmla="*/ 811642 w 816339"/>
                <a:gd name="connsiteY40" fmla="*/ 328816 h 812914"/>
                <a:gd name="connsiteX41" fmla="*/ 799392 w 816339"/>
                <a:gd name="connsiteY41" fmla="*/ 379015 h 812914"/>
                <a:gd name="connsiteX42" fmla="*/ 596239 w 816339"/>
                <a:gd name="connsiteY42" fmla="*/ 491530 h 812914"/>
                <a:gd name="connsiteX43" fmla="*/ 739500 w 816339"/>
                <a:gd name="connsiteY43" fmla="*/ 352249 h 812914"/>
                <a:gd name="connsiteX44" fmla="*/ 541112 w 816339"/>
                <a:gd name="connsiteY44" fmla="*/ 323977 h 812914"/>
                <a:gd name="connsiteX45" fmla="*/ 494833 w 816339"/>
                <a:gd name="connsiteY45" fmla="*/ 290510 h 812914"/>
                <a:gd name="connsiteX46" fmla="*/ 438002 w 816339"/>
                <a:gd name="connsiteY46" fmla="*/ 176507 h 812914"/>
                <a:gd name="connsiteX47" fmla="*/ 423883 w 816339"/>
                <a:gd name="connsiteY47" fmla="*/ 116968 h 812914"/>
                <a:gd name="connsiteX48" fmla="*/ 423883 w 816339"/>
                <a:gd name="connsiteY48" fmla="*/ 83670 h 812914"/>
                <a:gd name="connsiteX49" fmla="*/ 415035 w 816339"/>
                <a:gd name="connsiteY49" fmla="*/ 74838 h 812914"/>
                <a:gd name="connsiteX50" fmla="*/ 396829 w 816339"/>
                <a:gd name="connsiteY50" fmla="*/ 74838 h 812914"/>
                <a:gd name="connsiteX51" fmla="*/ 387981 w 816339"/>
                <a:gd name="connsiteY51" fmla="*/ 83670 h 812914"/>
                <a:gd name="connsiteX52" fmla="*/ 387981 w 816339"/>
                <a:gd name="connsiteY52" fmla="*/ 117120 h 812914"/>
                <a:gd name="connsiteX53" fmla="*/ 374028 w 816339"/>
                <a:gd name="connsiteY53" fmla="*/ 176338 h 812914"/>
                <a:gd name="connsiteX54" fmla="*/ 317372 w 816339"/>
                <a:gd name="connsiteY54" fmla="*/ 290713 h 812914"/>
                <a:gd name="connsiteX55" fmla="*/ 271089 w 816339"/>
                <a:gd name="connsiteY55" fmla="*/ 324298 h 812914"/>
                <a:gd name="connsiteX56" fmla="*/ 72700 w 816339"/>
                <a:gd name="connsiteY56" fmla="*/ 353213 h 812914"/>
                <a:gd name="connsiteX57" fmla="*/ 221067 w 816339"/>
                <a:gd name="connsiteY57" fmla="*/ 496521 h 812914"/>
                <a:gd name="connsiteX58" fmla="*/ 235190 w 816339"/>
                <a:gd name="connsiteY58" fmla="*/ 540224 h 812914"/>
                <a:gd name="connsiteX59" fmla="*/ 198606 w 816339"/>
                <a:gd name="connsiteY59" fmla="*/ 742664 h 812914"/>
                <a:gd name="connsiteX60" fmla="*/ 378111 w 816339"/>
                <a:gd name="connsiteY60" fmla="*/ 649608 h 812914"/>
                <a:gd name="connsiteX61" fmla="*/ 406528 w 816339"/>
                <a:gd name="connsiteY61" fmla="*/ 642603 h 812914"/>
                <a:gd name="connsiteX62" fmla="*/ 435111 w 816339"/>
                <a:gd name="connsiteY62" fmla="*/ 649608 h 812914"/>
                <a:gd name="connsiteX63" fmla="*/ 612742 w 816339"/>
                <a:gd name="connsiteY63" fmla="*/ 742207 h 812914"/>
                <a:gd name="connsiteX64" fmla="*/ 578543 w 816339"/>
                <a:gd name="connsiteY64" fmla="*/ 545942 h 812914"/>
                <a:gd name="connsiteX65" fmla="*/ 596239 w 816339"/>
                <a:gd name="connsiteY65" fmla="*/ 491530 h 81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816339" h="812914">
                  <a:moveTo>
                    <a:pt x="799392" y="379015"/>
                  </a:moveTo>
                  <a:lnTo>
                    <a:pt x="650174" y="524134"/>
                  </a:lnTo>
                  <a:cubicBezTo>
                    <a:pt x="643029" y="531121"/>
                    <a:pt x="639797" y="541154"/>
                    <a:pt x="641496" y="550984"/>
                  </a:cubicBezTo>
                  <a:lnTo>
                    <a:pt x="677058" y="755506"/>
                  </a:lnTo>
                  <a:cubicBezTo>
                    <a:pt x="679609" y="769651"/>
                    <a:pt x="675695" y="784201"/>
                    <a:pt x="666341" y="795182"/>
                  </a:cubicBezTo>
                  <a:cubicBezTo>
                    <a:pt x="656982" y="806332"/>
                    <a:pt x="643199" y="812795"/>
                    <a:pt x="628565" y="812812"/>
                  </a:cubicBezTo>
                  <a:cubicBezTo>
                    <a:pt x="620568" y="812795"/>
                    <a:pt x="612742" y="810850"/>
                    <a:pt x="605768" y="807110"/>
                  </a:cubicBezTo>
                  <a:lnTo>
                    <a:pt x="420647" y="710670"/>
                  </a:lnTo>
                  <a:cubicBezTo>
                    <a:pt x="416223" y="708352"/>
                    <a:pt x="411288" y="707151"/>
                    <a:pt x="406358" y="707168"/>
                  </a:cubicBezTo>
                  <a:cubicBezTo>
                    <a:pt x="401423" y="707168"/>
                    <a:pt x="396658" y="708369"/>
                    <a:pt x="392234" y="710670"/>
                  </a:cubicBezTo>
                  <a:lnTo>
                    <a:pt x="205244" y="807804"/>
                  </a:lnTo>
                  <a:cubicBezTo>
                    <a:pt x="198270" y="811442"/>
                    <a:pt x="190440" y="813337"/>
                    <a:pt x="182443" y="813370"/>
                  </a:cubicBezTo>
                  <a:cubicBezTo>
                    <a:pt x="167813" y="813303"/>
                    <a:pt x="154030" y="806806"/>
                    <a:pt x="144672" y="795605"/>
                  </a:cubicBezTo>
                  <a:cubicBezTo>
                    <a:pt x="135313" y="784540"/>
                    <a:pt x="131400" y="769871"/>
                    <a:pt x="134125" y="755659"/>
                  </a:cubicBezTo>
                  <a:lnTo>
                    <a:pt x="171045" y="551526"/>
                  </a:lnTo>
                  <a:cubicBezTo>
                    <a:pt x="172748" y="541628"/>
                    <a:pt x="169512" y="531476"/>
                    <a:pt x="162197" y="524455"/>
                  </a:cubicBezTo>
                  <a:lnTo>
                    <a:pt x="12809" y="380115"/>
                  </a:lnTo>
                  <a:cubicBezTo>
                    <a:pt x="-634" y="367138"/>
                    <a:pt x="-5568" y="347664"/>
                    <a:pt x="218" y="329932"/>
                  </a:cubicBezTo>
                  <a:cubicBezTo>
                    <a:pt x="6004" y="312184"/>
                    <a:pt x="21316" y="299240"/>
                    <a:pt x="39863" y="296601"/>
                  </a:cubicBezTo>
                  <a:lnTo>
                    <a:pt x="246589" y="266383"/>
                  </a:lnTo>
                  <a:cubicBezTo>
                    <a:pt x="256458" y="264945"/>
                    <a:pt x="264966" y="258786"/>
                    <a:pt x="269390" y="249904"/>
                  </a:cubicBezTo>
                  <a:lnTo>
                    <a:pt x="309371" y="169266"/>
                  </a:lnTo>
                  <a:cubicBezTo>
                    <a:pt x="318560" y="150840"/>
                    <a:pt x="323324" y="130588"/>
                    <a:pt x="323324" y="110048"/>
                  </a:cubicBezTo>
                  <a:lnTo>
                    <a:pt x="323324" y="74906"/>
                  </a:lnTo>
                  <a:lnTo>
                    <a:pt x="315328" y="74906"/>
                  </a:lnTo>
                  <a:cubicBezTo>
                    <a:pt x="293719" y="75227"/>
                    <a:pt x="275853" y="58088"/>
                    <a:pt x="275513" y="36601"/>
                  </a:cubicBezTo>
                  <a:cubicBezTo>
                    <a:pt x="275513" y="36194"/>
                    <a:pt x="275513" y="35788"/>
                    <a:pt x="275513" y="35382"/>
                  </a:cubicBezTo>
                  <a:cubicBezTo>
                    <a:pt x="276023" y="26314"/>
                    <a:pt x="279937" y="17769"/>
                    <a:pt x="286404" y="11357"/>
                  </a:cubicBezTo>
                  <a:cubicBezTo>
                    <a:pt x="293379" y="4369"/>
                    <a:pt x="302908" y="460"/>
                    <a:pt x="312948" y="460"/>
                  </a:cubicBezTo>
                  <a:lnTo>
                    <a:pt x="496702" y="460"/>
                  </a:lnTo>
                  <a:cubicBezTo>
                    <a:pt x="518311" y="122"/>
                    <a:pt x="536177" y="17279"/>
                    <a:pt x="536518" y="38766"/>
                  </a:cubicBezTo>
                  <a:cubicBezTo>
                    <a:pt x="536518" y="39172"/>
                    <a:pt x="536518" y="39578"/>
                    <a:pt x="536518" y="39984"/>
                  </a:cubicBezTo>
                  <a:cubicBezTo>
                    <a:pt x="535836" y="49036"/>
                    <a:pt x="532094" y="57581"/>
                    <a:pt x="525630" y="63993"/>
                  </a:cubicBezTo>
                  <a:cubicBezTo>
                    <a:pt x="518651" y="70981"/>
                    <a:pt x="509122" y="74906"/>
                    <a:pt x="499257" y="74889"/>
                  </a:cubicBezTo>
                  <a:lnTo>
                    <a:pt x="488876" y="74889"/>
                  </a:lnTo>
                  <a:lnTo>
                    <a:pt x="488876" y="110420"/>
                  </a:lnTo>
                  <a:cubicBezTo>
                    <a:pt x="488876" y="131061"/>
                    <a:pt x="493640" y="151432"/>
                    <a:pt x="502829" y="169925"/>
                  </a:cubicBezTo>
                  <a:lnTo>
                    <a:pt x="542474" y="249447"/>
                  </a:lnTo>
                  <a:cubicBezTo>
                    <a:pt x="546898" y="258397"/>
                    <a:pt x="555406" y="264606"/>
                    <a:pt x="565441" y="266044"/>
                  </a:cubicBezTo>
                  <a:lnTo>
                    <a:pt x="772001" y="295620"/>
                  </a:lnTo>
                  <a:cubicBezTo>
                    <a:pt x="790544" y="298192"/>
                    <a:pt x="806030" y="311084"/>
                    <a:pt x="811642" y="328816"/>
                  </a:cubicBezTo>
                  <a:cubicBezTo>
                    <a:pt x="817598" y="346513"/>
                    <a:pt x="812834" y="366055"/>
                    <a:pt x="799392" y="379015"/>
                  </a:cubicBezTo>
                  <a:close/>
                  <a:moveTo>
                    <a:pt x="596239" y="491530"/>
                  </a:moveTo>
                  <a:lnTo>
                    <a:pt x="739500" y="352249"/>
                  </a:lnTo>
                  <a:lnTo>
                    <a:pt x="541112" y="323977"/>
                  </a:lnTo>
                  <a:cubicBezTo>
                    <a:pt x="521206" y="321049"/>
                    <a:pt x="503851" y="308546"/>
                    <a:pt x="494833" y="290510"/>
                  </a:cubicBezTo>
                  <a:lnTo>
                    <a:pt x="438002" y="176507"/>
                  </a:lnTo>
                  <a:cubicBezTo>
                    <a:pt x="428814" y="157997"/>
                    <a:pt x="423883" y="137626"/>
                    <a:pt x="423883" y="116968"/>
                  </a:cubicBezTo>
                  <a:lnTo>
                    <a:pt x="423883" y="83670"/>
                  </a:lnTo>
                  <a:cubicBezTo>
                    <a:pt x="423883" y="78797"/>
                    <a:pt x="419966" y="74838"/>
                    <a:pt x="415035" y="74838"/>
                  </a:cubicBezTo>
                  <a:lnTo>
                    <a:pt x="396829" y="74838"/>
                  </a:lnTo>
                  <a:cubicBezTo>
                    <a:pt x="391894" y="74838"/>
                    <a:pt x="387981" y="78797"/>
                    <a:pt x="387981" y="83670"/>
                  </a:cubicBezTo>
                  <a:lnTo>
                    <a:pt x="387981" y="117120"/>
                  </a:lnTo>
                  <a:cubicBezTo>
                    <a:pt x="387981" y="137660"/>
                    <a:pt x="383216" y="157913"/>
                    <a:pt x="374028" y="176338"/>
                  </a:cubicBezTo>
                  <a:lnTo>
                    <a:pt x="317372" y="290713"/>
                  </a:lnTo>
                  <a:cubicBezTo>
                    <a:pt x="308354" y="308749"/>
                    <a:pt x="291169" y="321269"/>
                    <a:pt x="271089" y="324298"/>
                  </a:cubicBezTo>
                  <a:lnTo>
                    <a:pt x="72700" y="353213"/>
                  </a:lnTo>
                  <a:lnTo>
                    <a:pt x="221067" y="496521"/>
                  </a:lnTo>
                  <a:cubicBezTo>
                    <a:pt x="232806" y="507823"/>
                    <a:pt x="238081" y="524218"/>
                    <a:pt x="235190" y="540224"/>
                  </a:cubicBezTo>
                  <a:lnTo>
                    <a:pt x="198606" y="742664"/>
                  </a:lnTo>
                  <a:lnTo>
                    <a:pt x="378111" y="649608"/>
                  </a:lnTo>
                  <a:cubicBezTo>
                    <a:pt x="386788" y="645023"/>
                    <a:pt x="396658" y="642620"/>
                    <a:pt x="406528" y="642603"/>
                  </a:cubicBezTo>
                  <a:cubicBezTo>
                    <a:pt x="416564" y="642620"/>
                    <a:pt x="426434" y="645023"/>
                    <a:pt x="435111" y="649608"/>
                  </a:cubicBezTo>
                  <a:lnTo>
                    <a:pt x="612742" y="742207"/>
                  </a:lnTo>
                  <a:lnTo>
                    <a:pt x="578543" y="545942"/>
                  </a:lnTo>
                  <a:cubicBezTo>
                    <a:pt x="574971" y="526011"/>
                    <a:pt x="581604" y="505657"/>
                    <a:pt x="596239" y="491530"/>
                  </a:cubicBezTo>
                  <a:close/>
                </a:path>
              </a:pathLst>
            </a:custGeom>
            <a:solidFill>
              <a:srgbClr val="FFFFFF"/>
            </a:solidFill>
            <a:ln w="16983" cap="flat">
              <a:noFill/>
              <a:prstDash val="solid"/>
              <a:miter/>
            </a:ln>
          </p:spPr>
          <p:txBody>
            <a:bodyPr rtlCol="0" anchor="ctr"/>
            <a:lstStyle/>
            <a:p>
              <a:endParaRPr lang="en-PK"/>
            </a:p>
          </p:txBody>
        </p:sp>
        <p:sp>
          <p:nvSpPr>
            <p:cNvPr id="9" name="Freeform: Shape 8">
              <a:extLst>
                <a:ext uri="{FF2B5EF4-FFF2-40B4-BE49-F238E27FC236}">
                  <a16:creationId xmlns:a16="http://schemas.microsoft.com/office/drawing/2014/main" id="{24ABCC0E-4982-85CA-4A68-4CCA76E1145A}"/>
                </a:ext>
              </a:extLst>
            </p:cNvPr>
            <p:cNvSpPr/>
            <p:nvPr/>
          </p:nvSpPr>
          <p:spPr>
            <a:xfrm>
              <a:off x="1110512" y="3853314"/>
              <a:ext cx="409541" cy="284533"/>
            </a:xfrm>
            <a:custGeom>
              <a:avLst/>
              <a:gdLst>
                <a:gd name="connsiteX0" fmla="*/ 344036 w 409541"/>
                <a:gd name="connsiteY0" fmla="*/ 62644 h 284533"/>
                <a:gd name="connsiteX1" fmla="*/ 321576 w 409541"/>
                <a:gd name="connsiteY1" fmla="*/ 142402 h 284533"/>
                <a:gd name="connsiteX2" fmla="*/ 346416 w 409541"/>
                <a:gd name="connsiteY2" fmla="*/ 284407 h 284533"/>
                <a:gd name="connsiteX3" fmla="*/ 217955 w 409541"/>
                <a:gd name="connsiteY3" fmla="*/ 217491 h 284533"/>
                <a:gd name="connsiteX4" fmla="*/ 172698 w 409541"/>
                <a:gd name="connsiteY4" fmla="*/ 206459 h 284533"/>
                <a:gd name="connsiteX5" fmla="*/ 139180 w 409541"/>
                <a:gd name="connsiteY5" fmla="*/ 212550 h 284533"/>
                <a:gd name="connsiteX6" fmla="*/ 127777 w 409541"/>
                <a:gd name="connsiteY6" fmla="*/ 217474 h 284533"/>
                <a:gd name="connsiteX7" fmla="*/ -2212 w 409541"/>
                <a:gd name="connsiteY7" fmla="*/ 284914 h 284533"/>
                <a:gd name="connsiteX8" fmla="*/ 407330 w 409541"/>
                <a:gd name="connsiteY8" fmla="*/ 381 h 284533"/>
                <a:gd name="connsiteX9" fmla="*/ 349307 w 409541"/>
                <a:gd name="connsiteY9" fmla="*/ 56925 h 284533"/>
                <a:gd name="connsiteX10" fmla="*/ 344377 w 409541"/>
                <a:gd name="connsiteY10" fmla="*/ 62374 h 28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9541" h="284533">
                  <a:moveTo>
                    <a:pt x="344036" y="62644"/>
                  </a:moveTo>
                  <a:cubicBezTo>
                    <a:pt x="324807" y="84504"/>
                    <a:pt x="316641" y="113808"/>
                    <a:pt x="321576" y="142402"/>
                  </a:cubicBezTo>
                  <a:lnTo>
                    <a:pt x="346416" y="284407"/>
                  </a:lnTo>
                  <a:lnTo>
                    <a:pt x="217955" y="217491"/>
                  </a:lnTo>
                  <a:cubicBezTo>
                    <a:pt x="204006" y="210300"/>
                    <a:pt x="188521" y="206527"/>
                    <a:pt x="172698" y="206459"/>
                  </a:cubicBezTo>
                  <a:cubicBezTo>
                    <a:pt x="161300" y="206459"/>
                    <a:pt x="149897" y="208523"/>
                    <a:pt x="139180" y="212550"/>
                  </a:cubicBezTo>
                  <a:cubicBezTo>
                    <a:pt x="135267" y="213920"/>
                    <a:pt x="131524" y="215562"/>
                    <a:pt x="127777" y="217474"/>
                  </a:cubicBezTo>
                  <a:lnTo>
                    <a:pt x="-2212" y="284914"/>
                  </a:lnTo>
                  <a:lnTo>
                    <a:pt x="407330" y="381"/>
                  </a:lnTo>
                  <a:lnTo>
                    <a:pt x="349307" y="56925"/>
                  </a:lnTo>
                  <a:cubicBezTo>
                    <a:pt x="347438" y="58583"/>
                    <a:pt x="345905" y="60411"/>
                    <a:pt x="344377" y="62374"/>
                  </a:cubicBezTo>
                  <a:close/>
                </a:path>
              </a:pathLst>
            </a:custGeom>
            <a:solidFill>
              <a:srgbClr val="FFFFFF">
                <a:alpha val="30000"/>
              </a:srgbClr>
            </a:solidFill>
            <a:ln w="16983" cap="flat">
              <a:noFill/>
              <a:prstDash val="solid"/>
              <a:miter/>
            </a:ln>
          </p:spPr>
          <p:txBody>
            <a:bodyPr rtlCol="0" anchor="ctr"/>
            <a:lstStyle/>
            <a:p>
              <a:endParaRPr lang="en-PK"/>
            </a:p>
          </p:txBody>
        </p:sp>
      </p:grpSp>
    </p:spTree>
    <p:extLst>
      <p:ext uri="{BB962C8B-B14F-4D97-AF65-F5344CB8AC3E}">
        <p14:creationId xmlns:p14="http://schemas.microsoft.com/office/powerpoint/2010/main" val="2619630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person writing on a paper&#10;&#10;Description automatically generated">
            <a:extLst>
              <a:ext uri="{FF2B5EF4-FFF2-40B4-BE49-F238E27FC236}">
                <a16:creationId xmlns:a16="http://schemas.microsoft.com/office/drawing/2014/main" id="{628B6E2C-EA51-9615-682A-A319379D712B}"/>
              </a:ext>
            </a:extLst>
          </p:cNvPr>
          <p:cNvPicPr>
            <a:picLocks noChangeAspect="1"/>
          </p:cNvPicPr>
          <p:nvPr/>
        </p:nvPicPr>
        <p:blipFill rotWithShape="1">
          <a:blip r:embed="rId2">
            <a:extLst>
              <a:ext uri="{28A0092B-C50C-407E-A947-70E740481C1C}">
                <a14:useLocalDpi xmlns:a14="http://schemas.microsoft.com/office/drawing/2010/main" val="0"/>
              </a:ext>
            </a:extLst>
          </a:blip>
          <a:srcRect l="22586" r="18366"/>
          <a:stretch/>
        </p:blipFill>
        <p:spPr>
          <a:xfrm>
            <a:off x="8195353" y="1753105"/>
            <a:ext cx="3948479" cy="3744686"/>
          </a:xfrm>
          <a:prstGeom prst="rect">
            <a:avLst/>
          </a:prstGeom>
        </p:spPr>
      </p:pic>
      <p:sp>
        <p:nvSpPr>
          <p:cNvPr id="2" name="Title 1">
            <a:extLst>
              <a:ext uri="{FF2B5EF4-FFF2-40B4-BE49-F238E27FC236}">
                <a16:creationId xmlns:a16="http://schemas.microsoft.com/office/drawing/2014/main" id="{2638C173-D1BD-BBB9-AECE-7FD57AB5DA4C}"/>
              </a:ext>
            </a:extLst>
          </p:cNvPr>
          <p:cNvSpPr>
            <a:spLocks noGrp="1"/>
          </p:cNvSpPr>
          <p:nvPr>
            <p:ph type="title"/>
          </p:nvPr>
        </p:nvSpPr>
        <p:spPr>
          <a:xfrm>
            <a:off x="457200" y="110135"/>
            <a:ext cx="5323715" cy="1642970"/>
          </a:xfrm>
        </p:spPr>
        <p:txBody>
          <a:bodyPr anchor="b">
            <a:normAutofit/>
          </a:bodyPr>
          <a:lstStyle/>
          <a:p>
            <a:r>
              <a:rPr lang="en-US" sz="4000" b="1" dirty="0">
                <a:ea typeface="Calibri Light"/>
                <a:cs typeface="Calibri Light"/>
              </a:rPr>
              <a:t>2.Optimizing Content </a:t>
            </a:r>
            <a:endParaRPr lang="en-US" sz="4000" b="1" dirty="0"/>
          </a:p>
        </p:txBody>
      </p:sp>
      <p:sp>
        <p:nvSpPr>
          <p:cNvPr id="8" name="Content Placeholder 7">
            <a:extLst>
              <a:ext uri="{FF2B5EF4-FFF2-40B4-BE49-F238E27FC236}">
                <a16:creationId xmlns:a16="http://schemas.microsoft.com/office/drawing/2014/main" id="{A278FF3D-DC59-0939-59FB-60C3E08BE934}"/>
              </a:ext>
            </a:extLst>
          </p:cNvPr>
          <p:cNvSpPr>
            <a:spLocks noGrp="1"/>
          </p:cNvSpPr>
          <p:nvPr>
            <p:ph idx="1"/>
          </p:nvPr>
        </p:nvSpPr>
        <p:spPr>
          <a:xfrm>
            <a:off x="536049" y="2352917"/>
            <a:ext cx="7443180" cy="3895483"/>
          </a:xfrm>
        </p:spPr>
        <p:txBody>
          <a:bodyPr anchor="t">
            <a:normAutofit/>
          </a:bodyPr>
          <a:lstStyle/>
          <a:p>
            <a:r>
              <a:rPr lang="en-US" sz="2000" dirty="0">
                <a:ea typeface="Calibri"/>
                <a:cs typeface="Calibri"/>
              </a:rPr>
              <a:t>Writing relevant content isn't enough! </a:t>
            </a:r>
            <a:endParaRPr lang="en-US" dirty="0"/>
          </a:p>
          <a:p>
            <a:endParaRPr lang="en-US" sz="2000" dirty="0">
              <a:ea typeface="Calibri"/>
              <a:cs typeface="Calibri"/>
            </a:endParaRPr>
          </a:p>
          <a:p>
            <a:r>
              <a:rPr lang="en-US" sz="2000" dirty="0">
                <a:ea typeface="Calibri"/>
                <a:cs typeface="Calibri"/>
              </a:rPr>
              <a:t>Instead, the content must follow some guidelines including a number of descriptive words, strong headings, a proportion of passive resentences and a lot more.</a:t>
            </a:r>
          </a:p>
          <a:p>
            <a:endParaRPr lang="en-US" sz="2000" dirty="0">
              <a:ea typeface="Calibri"/>
              <a:cs typeface="Calibri"/>
            </a:endParaRPr>
          </a:p>
          <a:p>
            <a:r>
              <a:rPr lang="en-US" sz="2000" dirty="0">
                <a:ea typeface="+mn-lt"/>
                <a:cs typeface="+mn-lt"/>
              </a:rPr>
              <a:t>We continuously strive for improvement, ensuring that each upcoming piece of content surpasses its predecessor.</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aphic 2">
            <a:extLst>
              <a:ext uri="{FF2B5EF4-FFF2-40B4-BE49-F238E27FC236}">
                <a16:creationId xmlns:a16="http://schemas.microsoft.com/office/drawing/2014/main" id="{95E31C57-C382-1E7C-F5C9-3903CC03530D}"/>
              </a:ext>
            </a:extLst>
          </p:cNvPr>
          <p:cNvGrpSpPr/>
          <p:nvPr/>
        </p:nvGrpSpPr>
        <p:grpSpPr>
          <a:xfrm>
            <a:off x="11160161" y="457956"/>
            <a:ext cx="664249" cy="660534"/>
            <a:chOff x="728569" y="3306496"/>
            <a:chExt cx="1111000" cy="1104786"/>
          </a:xfrm>
        </p:grpSpPr>
        <p:sp>
          <p:nvSpPr>
            <p:cNvPr id="5" name="Freeform: Shape 4">
              <a:extLst>
                <a:ext uri="{FF2B5EF4-FFF2-40B4-BE49-F238E27FC236}">
                  <a16:creationId xmlns:a16="http://schemas.microsoft.com/office/drawing/2014/main" id="{F315CDE7-3E2F-6558-4F8E-9F88926A1E6A}"/>
                </a:ext>
              </a:extLst>
            </p:cNvPr>
            <p:cNvSpPr/>
            <p:nvPr/>
          </p:nvSpPr>
          <p:spPr>
            <a:xfrm>
              <a:off x="728569" y="3306496"/>
              <a:ext cx="1111000" cy="1104786"/>
            </a:xfrm>
            <a:custGeom>
              <a:avLst/>
              <a:gdLst>
                <a:gd name="connsiteX0" fmla="*/ 855783 w 1111000"/>
                <a:gd name="connsiteY0" fmla="*/ 1 h 1104786"/>
                <a:gd name="connsiteX1" fmla="*/ 1111002 w 1111000"/>
                <a:gd name="connsiteY1" fmla="*/ 1 h 1104786"/>
                <a:gd name="connsiteX2" fmla="*/ 1111002 w 1111000"/>
                <a:gd name="connsiteY2" fmla="*/ 1104788 h 1104786"/>
                <a:gd name="connsiteX3" fmla="*/ 855783 w 1111000"/>
                <a:gd name="connsiteY3" fmla="*/ 1104788 h 1104786"/>
                <a:gd name="connsiteX4" fmla="*/ 255220 w 1111000"/>
                <a:gd name="connsiteY4" fmla="*/ 1104788 h 1104786"/>
                <a:gd name="connsiteX5" fmla="*/ 1 w 1111000"/>
                <a:gd name="connsiteY5" fmla="*/ 1104788 h 1104786"/>
                <a:gd name="connsiteX6" fmla="*/ 1 w 1111000"/>
                <a:gd name="connsiteY6" fmla="*/ 1 h 1104786"/>
                <a:gd name="connsiteX7" fmla="*/ 255220 w 1111000"/>
                <a:gd name="connsiteY7" fmla="*/ 1 h 110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000" h="1104786">
                  <a:moveTo>
                    <a:pt x="855783" y="1"/>
                  </a:moveTo>
                  <a:cubicBezTo>
                    <a:pt x="996736" y="1"/>
                    <a:pt x="1111002" y="1"/>
                    <a:pt x="1111002" y="1"/>
                  </a:cubicBezTo>
                  <a:lnTo>
                    <a:pt x="1111002" y="1104788"/>
                  </a:lnTo>
                  <a:cubicBezTo>
                    <a:pt x="1111002" y="1104788"/>
                    <a:pt x="996736" y="1104788"/>
                    <a:pt x="855783" y="1104788"/>
                  </a:cubicBezTo>
                  <a:lnTo>
                    <a:pt x="255220" y="1104788"/>
                  </a:lnTo>
                  <a:cubicBezTo>
                    <a:pt x="114267" y="1104788"/>
                    <a:pt x="1" y="1104788"/>
                    <a:pt x="1" y="1104788"/>
                  </a:cubicBezTo>
                  <a:lnTo>
                    <a:pt x="1" y="1"/>
                  </a:lnTo>
                  <a:cubicBezTo>
                    <a:pt x="1" y="1"/>
                    <a:pt x="114267" y="1"/>
                    <a:pt x="255220" y="1"/>
                  </a:cubicBezTo>
                  <a:close/>
                </a:path>
              </a:pathLst>
            </a:custGeom>
            <a:solidFill>
              <a:srgbClr val="00BCD4"/>
            </a:solidFill>
            <a:ln w="50950" cap="flat">
              <a:solidFill>
                <a:srgbClr val="FFFFFF"/>
              </a:solidFill>
              <a:prstDash val="solid"/>
              <a:miter/>
            </a:ln>
          </p:spPr>
          <p:txBody>
            <a:bodyPr rtlCol="0" anchor="ctr"/>
            <a:lstStyle/>
            <a:p>
              <a:endParaRPr lang="en-PK"/>
            </a:p>
          </p:txBody>
        </p:sp>
        <p:sp>
          <p:nvSpPr>
            <p:cNvPr id="6" name="Freeform: Shape 5">
              <a:extLst>
                <a:ext uri="{FF2B5EF4-FFF2-40B4-BE49-F238E27FC236}">
                  <a16:creationId xmlns:a16="http://schemas.microsoft.com/office/drawing/2014/main" id="{AA1CC084-9C79-84B1-FD98-DAB7DAD6BEAC}"/>
                </a:ext>
              </a:extLst>
            </p:cNvPr>
            <p:cNvSpPr/>
            <p:nvPr/>
          </p:nvSpPr>
          <p:spPr>
            <a:xfrm>
              <a:off x="1047203" y="3820475"/>
              <a:ext cx="472831" cy="317355"/>
            </a:xfrm>
            <a:custGeom>
              <a:avLst/>
              <a:gdLst>
                <a:gd name="connsiteX0" fmla="*/ 407337 w 472831"/>
                <a:gd name="connsiteY0" fmla="*/ 95472 h 317355"/>
                <a:gd name="connsiteX1" fmla="*/ 384881 w 472831"/>
                <a:gd name="connsiteY1" fmla="*/ 175230 h 317355"/>
                <a:gd name="connsiteX2" fmla="*/ 409721 w 472831"/>
                <a:gd name="connsiteY2" fmla="*/ 317235 h 317355"/>
                <a:gd name="connsiteX3" fmla="*/ 281261 w 472831"/>
                <a:gd name="connsiteY3" fmla="*/ 250319 h 317355"/>
                <a:gd name="connsiteX4" fmla="*/ 236174 w 472831"/>
                <a:gd name="connsiteY4" fmla="*/ 239287 h 317355"/>
                <a:gd name="connsiteX5" fmla="*/ 202485 w 472831"/>
                <a:gd name="connsiteY5" fmla="*/ 245378 h 317355"/>
                <a:gd name="connsiteX6" fmla="*/ 191083 w 472831"/>
                <a:gd name="connsiteY6" fmla="*/ 250302 h 317355"/>
                <a:gd name="connsiteX7" fmla="*/ 61263 w 472831"/>
                <a:gd name="connsiteY7" fmla="*/ 317742 h 317355"/>
                <a:gd name="connsiteX8" fmla="*/ 87973 w 472831"/>
                <a:gd name="connsiteY8" fmla="*/ 169647 h 317355"/>
                <a:gd name="connsiteX9" fmla="*/ 63644 w 472831"/>
                <a:gd name="connsiteY9" fmla="*/ 94948 h 317355"/>
                <a:gd name="connsiteX10" fmla="*/ -2201 w 472831"/>
                <a:gd name="connsiteY10" fmla="*/ 31145 h 317355"/>
                <a:gd name="connsiteX11" fmla="*/ -2201 w 472831"/>
                <a:gd name="connsiteY11" fmla="*/ 28285 h 317355"/>
                <a:gd name="connsiteX12" fmla="*/ 235492 w 472831"/>
                <a:gd name="connsiteY12" fmla="*/ 28285 h 317355"/>
                <a:gd name="connsiteX13" fmla="*/ 470631 w 472831"/>
                <a:gd name="connsiteY13" fmla="*/ 33209 h 317355"/>
                <a:gd name="connsiteX14" fmla="*/ 412613 w 472831"/>
                <a:gd name="connsiteY14" fmla="*/ 89753 h 317355"/>
                <a:gd name="connsiteX15" fmla="*/ 407678 w 472831"/>
                <a:gd name="connsiteY15" fmla="*/ 95202 h 31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2831" h="317355">
                  <a:moveTo>
                    <a:pt x="407337" y="95472"/>
                  </a:moveTo>
                  <a:cubicBezTo>
                    <a:pt x="388113" y="117332"/>
                    <a:pt x="379946" y="146636"/>
                    <a:pt x="384881" y="175230"/>
                  </a:cubicBezTo>
                  <a:lnTo>
                    <a:pt x="409721" y="317235"/>
                  </a:lnTo>
                  <a:lnTo>
                    <a:pt x="281261" y="250319"/>
                  </a:lnTo>
                  <a:cubicBezTo>
                    <a:pt x="267307" y="243128"/>
                    <a:pt x="251826" y="239355"/>
                    <a:pt x="236174" y="239287"/>
                  </a:cubicBezTo>
                  <a:cubicBezTo>
                    <a:pt x="224601" y="239287"/>
                    <a:pt x="213202" y="241351"/>
                    <a:pt x="202485" y="245378"/>
                  </a:cubicBezTo>
                  <a:cubicBezTo>
                    <a:pt x="198568" y="246749"/>
                    <a:pt x="194825" y="248390"/>
                    <a:pt x="191083" y="250302"/>
                  </a:cubicBezTo>
                  <a:lnTo>
                    <a:pt x="61263" y="317742"/>
                  </a:lnTo>
                  <a:lnTo>
                    <a:pt x="87973" y="169647"/>
                  </a:lnTo>
                  <a:cubicBezTo>
                    <a:pt x="92908" y="142288"/>
                    <a:pt x="83720" y="114269"/>
                    <a:pt x="63644" y="94948"/>
                  </a:cubicBezTo>
                  <a:lnTo>
                    <a:pt x="-2201" y="31145"/>
                  </a:lnTo>
                  <a:lnTo>
                    <a:pt x="-2201" y="28285"/>
                  </a:lnTo>
                  <a:cubicBezTo>
                    <a:pt x="-2201" y="28285"/>
                    <a:pt x="126767" y="-34486"/>
                    <a:pt x="235492" y="28285"/>
                  </a:cubicBezTo>
                  <a:cubicBezTo>
                    <a:pt x="340130" y="88450"/>
                    <a:pt x="461106" y="37371"/>
                    <a:pt x="470631" y="33209"/>
                  </a:cubicBezTo>
                  <a:lnTo>
                    <a:pt x="412613" y="89753"/>
                  </a:lnTo>
                  <a:cubicBezTo>
                    <a:pt x="410914" y="91412"/>
                    <a:pt x="409210" y="93239"/>
                    <a:pt x="407678" y="95202"/>
                  </a:cubicBezTo>
                  <a:close/>
                </a:path>
              </a:pathLst>
            </a:custGeom>
            <a:solidFill>
              <a:srgbClr val="FFD217"/>
            </a:solidFill>
            <a:ln w="16983" cap="flat">
              <a:noFill/>
              <a:prstDash val="solid"/>
              <a:miter/>
            </a:ln>
          </p:spPr>
          <p:txBody>
            <a:bodyPr rtlCol="0" anchor="ctr"/>
            <a:lstStyle/>
            <a:p>
              <a:endParaRPr lang="en-PK"/>
            </a:p>
          </p:txBody>
        </p:sp>
        <p:sp>
          <p:nvSpPr>
            <p:cNvPr id="7" name="Freeform: Shape 6">
              <a:extLst>
                <a:ext uri="{FF2B5EF4-FFF2-40B4-BE49-F238E27FC236}">
                  <a16:creationId xmlns:a16="http://schemas.microsoft.com/office/drawing/2014/main" id="{4FC4C279-1CCE-AA87-4A7E-5462423ED3A4}"/>
                </a:ext>
              </a:extLst>
            </p:cNvPr>
            <p:cNvSpPr/>
            <p:nvPr/>
          </p:nvSpPr>
          <p:spPr>
            <a:xfrm>
              <a:off x="875756" y="3441863"/>
              <a:ext cx="816339" cy="812914"/>
            </a:xfrm>
            <a:custGeom>
              <a:avLst/>
              <a:gdLst>
                <a:gd name="connsiteX0" fmla="*/ 799392 w 816339"/>
                <a:gd name="connsiteY0" fmla="*/ 379015 h 812914"/>
                <a:gd name="connsiteX1" fmla="*/ 650174 w 816339"/>
                <a:gd name="connsiteY1" fmla="*/ 524134 h 812914"/>
                <a:gd name="connsiteX2" fmla="*/ 641496 w 816339"/>
                <a:gd name="connsiteY2" fmla="*/ 550984 h 812914"/>
                <a:gd name="connsiteX3" fmla="*/ 677058 w 816339"/>
                <a:gd name="connsiteY3" fmla="*/ 755506 h 812914"/>
                <a:gd name="connsiteX4" fmla="*/ 666341 w 816339"/>
                <a:gd name="connsiteY4" fmla="*/ 795182 h 812914"/>
                <a:gd name="connsiteX5" fmla="*/ 628565 w 816339"/>
                <a:gd name="connsiteY5" fmla="*/ 812812 h 812914"/>
                <a:gd name="connsiteX6" fmla="*/ 605768 w 816339"/>
                <a:gd name="connsiteY6" fmla="*/ 807110 h 812914"/>
                <a:gd name="connsiteX7" fmla="*/ 420647 w 816339"/>
                <a:gd name="connsiteY7" fmla="*/ 710670 h 812914"/>
                <a:gd name="connsiteX8" fmla="*/ 406358 w 816339"/>
                <a:gd name="connsiteY8" fmla="*/ 707168 h 812914"/>
                <a:gd name="connsiteX9" fmla="*/ 392234 w 816339"/>
                <a:gd name="connsiteY9" fmla="*/ 710670 h 812914"/>
                <a:gd name="connsiteX10" fmla="*/ 205244 w 816339"/>
                <a:gd name="connsiteY10" fmla="*/ 807804 h 812914"/>
                <a:gd name="connsiteX11" fmla="*/ 182443 w 816339"/>
                <a:gd name="connsiteY11" fmla="*/ 813370 h 812914"/>
                <a:gd name="connsiteX12" fmla="*/ 144672 w 816339"/>
                <a:gd name="connsiteY12" fmla="*/ 795605 h 812914"/>
                <a:gd name="connsiteX13" fmla="*/ 134125 w 816339"/>
                <a:gd name="connsiteY13" fmla="*/ 755659 h 812914"/>
                <a:gd name="connsiteX14" fmla="*/ 171045 w 816339"/>
                <a:gd name="connsiteY14" fmla="*/ 551526 h 812914"/>
                <a:gd name="connsiteX15" fmla="*/ 162197 w 816339"/>
                <a:gd name="connsiteY15" fmla="*/ 524455 h 812914"/>
                <a:gd name="connsiteX16" fmla="*/ 12809 w 816339"/>
                <a:gd name="connsiteY16" fmla="*/ 380115 h 812914"/>
                <a:gd name="connsiteX17" fmla="*/ 218 w 816339"/>
                <a:gd name="connsiteY17" fmla="*/ 329932 h 812914"/>
                <a:gd name="connsiteX18" fmla="*/ 39863 w 816339"/>
                <a:gd name="connsiteY18" fmla="*/ 296601 h 812914"/>
                <a:gd name="connsiteX19" fmla="*/ 246589 w 816339"/>
                <a:gd name="connsiteY19" fmla="*/ 266383 h 812914"/>
                <a:gd name="connsiteX20" fmla="*/ 269390 w 816339"/>
                <a:gd name="connsiteY20" fmla="*/ 249904 h 812914"/>
                <a:gd name="connsiteX21" fmla="*/ 309371 w 816339"/>
                <a:gd name="connsiteY21" fmla="*/ 169266 h 812914"/>
                <a:gd name="connsiteX22" fmla="*/ 323324 w 816339"/>
                <a:gd name="connsiteY22" fmla="*/ 110048 h 812914"/>
                <a:gd name="connsiteX23" fmla="*/ 323324 w 816339"/>
                <a:gd name="connsiteY23" fmla="*/ 74906 h 812914"/>
                <a:gd name="connsiteX24" fmla="*/ 315328 w 816339"/>
                <a:gd name="connsiteY24" fmla="*/ 74906 h 812914"/>
                <a:gd name="connsiteX25" fmla="*/ 275513 w 816339"/>
                <a:gd name="connsiteY25" fmla="*/ 36601 h 812914"/>
                <a:gd name="connsiteX26" fmla="*/ 275513 w 816339"/>
                <a:gd name="connsiteY26" fmla="*/ 35382 h 812914"/>
                <a:gd name="connsiteX27" fmla="*/ 286404 w 816339"/>
                <a:gd name="connsiteY27" fmla="*/ 11357 h 812914"/>
                <a:gd name="connsiteX28" fmla="*/ 312948 w 816339"/>
                <a:gd name="connsiteY28" fmla="*/ 460 h 812914"/>
                <a:gd name="connsiteX29" fmla="*/ 496702 w 816339"/>
                <a:gd name="connsiteY29" fmla="*/ 460 h 812914"/>
                <a:gd name="connsiteX30" fmla="*/ 536518 w 816339"/>
                <a:gd name="connsiteY30" fmla="*/ 38766 h 812914"/>
                <a:gd name="connsiteX31" fmla="*/ 536518 w 816339"/>
                <a:gd name="connsiteY31" fmla="*/ 39984 h 812914"/>
                <a:gd name="connsiteX32" fmla="*/ 525630 w 816339"/>
                <a:gd name="connsiteY32" fmla="*/ 63993 h 812914"/>
                <a:gd name="connsiteX33" fmla="*/ 499257 w 816339"/>
                <a:gd name="connsiteY33" fmla="*/ 74889 h 812914"/>
                <a:gd name="connsiteX34" fmla="*/ 488876 w 816339"/>
                <a:gd name="connsiteY34" fmla="*/ 74889 h 812914"/>
                <a:gd name="connsiteX35" fmla="*/ 488876 w 816339"/>
                <a:gd name="connsiteY35" fmla="*/ 110420 h 812914"/>
                <a:gd name="connsiteX36" fmla="*/ 502829 w 816339"/>
                <a:gd name="connsiteY36" fmla="*/ 169925 h 812914"/>
                <a:gd name="connsiteX37" fmla="*/ 542474 w 816339"/>
                <a:gd name="connsiteY37" fmla="*/ 249447 h 812914"/>
                <a:gd name="connsiteX38" fmla="*/ 565441 w 816339"/>
                <a:gd name="connsiteY38" fmla="*/ 266044 h 812914"/>
                <a:gd name="connsiteX39" fmla="*/ 772001 w 816339"/>
                <a:gd name="connsiteY39" fmla="*/ 295620 h 812914"/>
                <a:gd name="connsiteX40" fmla="*/ 811642 w 816339"/>
                <a:gd name="connsiteY40" fmla="*/ 328816 h 812914"/>
                <a:gd name="connsiteX41" fmla="*/ 799392 w 816339"/>
                <a:gd name="connsiteY41" fmla="*/ 379015 h 812914"/>
                <a:gd name="connsiteX42" fmla="*/ 596239 w 816339"/>
                <a:gd name="connsiteY42" fmla="*/ 491530 h 812914"/>
                <a:gd name="connsiteX43" fmla="*/ 739500 w 816339"/>
                <a:gd name="connsiteY43" fmla="*/ 352249 h 812914"/>
                <a:gd name="connsiteX44" fmla="*/ 541112 w 816339"/>
                <a:gd name="connsiteY44" fmla="*/ 323977 h 812914"/>
                <a:gd name="connsiteX45" fmla="*/ 494833 w 816339"/>
                <a:gd name="connsiteY45" fmla="*/ 290510 h 812914"/>
                <a:gd name="connsiteX46" fmla="*/ 438002 w 816339"/>
                <a:gd name="connsiteY46" fmla="*/ 176507 h 812914"/>
                <a:gd name="connsiteX47" fmla="*/ 423883 w 816339"/>
                <a:gd name="connsiteY47" fmla="*/ 116968 h 812914"/>
                <a:gd name="connsiteX48" fmla="*/ 423883 w 816339"/>
                <a:gd name="connsiteY48" fmla="*/ 83670 h 812914"/>
                <a:gd name="connsiteX49" fmla="*/ 415035 w 816339"/>
                <a:gd name="connsiteY49" fmla="*/ 74838 h 812914"/>
                <a:gd name="connsiteX50" fmla="*/ 396829 w 816339"/>
                <a:gd name="connsiteY50" fmla="*/ 74838 h 812914"/>
                <a:gd name="connsiteX51" fmla="*/ 387981 w 816339"/>
                <a:gd name="connsiteY51" fmla="*/ 83670 h 812914"/>
                <a:gd name="connsiteX52" fmla="*/ 387981 w 816339"/>
                <a:gd name="connsiteY52" fmla="*/ 117120 h 812914"/>
                <a:gd name="connsiteX53" fmla="*/ 374028 w 816339"/>
                <a:gd name="connsiteY53" fmla="*/ 176338 h 812914"/>
                <a:gd name="connsiteX54" fmla="*/ 317372 w 816339"/>
                <a:gd name="connsiteY54" fmla="*/ 290713 h 812914"/>
                <a:gd name="connsiteX55" fmla="*/ 271089 w 816339"/>
                <a:gd name="connsiteY55" fmla="*/ 324298 h 812914"/>
                <a:gd name="connsiteX56" fmla="*/ 72700 w 816339"/>
                <a:gd name="connsiteY56" fmla="*/ 353213 h 812914"/>
                <a:gd name="connsiteX57" fmla="*/ 221067 w 816339"/>
                <a:gd name="connsiteY57" fmla="*/ 496521 h 812914"/>
                <a:gd name="connsiteX58" fmla="*/ 235190 w 816339"/>
                <a:gd name="connsiteY58" fmla="*/ 540224 h 812914"/>
                <a:gd name="connsiteX59" fmla="*/ 198606 w 816339"/>
                <a:gd name="connsiteY59" fmla="*/ 742664 h 812914"/>
                <a:gd name="connsiteX60" fmla="*/ 378111 w 816339"/>
                <a:gd name="connsiteY60" fmla="*/ 649608 h 812914"/>
                <a:gd name="connsiteX61" fmla="*/ 406528 w 816339"/>
                <a:gd name="connsiteY61" fmla="*/ 642603 h 812914"/>
                <a:gd name="connsiteX62" fmla="*/ 435111 w 816339"/>
                <a:gd name="connsiteY62" fmla="*/ 649608 h 812914"/>
                <a:gd name="connsiteX63" fmla="*/ 612742 w 816339"/>
                <a:gd name="connsiteY63" fmla="*/ 742207 h 812914"/>
                <a:gd name="connsiteX64" fmla="*/ 578543 w 816339"/>
                <a:gd name="connsiteY64" fmla="*/ 545942 h 812914"/>
                <a:gd name="connsiteX65" fmla="*/ 596239 w 816339"/>
                <a:gd name="connsiteY65" fmla="*/ 491530 h 81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816339" h="812914">
                  <a:moveTo>
                    <a:pt x="799392" y="379015"/>
                  </a:moveTo>
                  <a:lnTo>
                    <a:pt x="650174" y="524134"/>
                  </a:lnTo>
                  <a:cubicBezTo>
                    <a:pt x="643029" y="531121"/>
                    <a:pt x="639797" y="541154"/>
                    <a:pt x="641496" y="550984"/>
                  </a:cubicBezTo>
                  <a:lnTo>
                    <a:pt x="677058" y="755506"/>
                  </a:lnTo>
                  <a:cubicBezTo>
                    <a:pt x="679609" y="769651"/>
                    <a:pt x="675695" y="784201"/>
                    <a:pt x="666341" y="795182"/>
                  </a:cubicBezTo>
                  <a:cubicBezTo>
                    <a:pt x="656982" y="806332"/>
                    <a:pt x="643199" y="812795"/>
                    <a:pt x="628565" y="812812"/>
                  </a:cubicBezTo>
                  <a:cubicBezTo>
                    <a:pt x="620568" y="812795"/>
                    <a:pt x="612742" y="810850"/>
                    <a:pt x="605768" y="807110"/>
                  </a:cubicBezTo>
                  <a:lnTo>
                    <a:pt x="420647" y="710670"/>
                  </a:lnTo>
                  <a:cubicBezTo>
                    <a:pt x="416223" y="708352"/>
                    <a:pt x="411288" y="707151"/>
                    <a:pt x="406358" y="707168"/>
                  </a:cubicBezTo>
                  <a:cubicBezTo>
                    <a:pt x="401423" y="707168"/>
                    <a:pt x="396658" y="708369"/>
                    <a:pt x="392234" y="710670"/>
                  </a:cubicBezTo>
                  <a:lnTo>
                    <a:pt x="205244" y="807804"/>
                  </a:lnTo>
                  <a:cubicBezTo>
                    <a:pt x="198270" y="811442"/>
                    <a:pt x="190440" y="813337"/>
                    <a:pt x="182443" y="813370"/>
                  </a:cubicBezTo>
                  <a:cubicBezTo>
                    <a:pt x="167813" y="813303"/>
                    <a:pt x="154030" y="806806"/>
                    <a:pt x="144672" y="795605"/>
                  </a:cubicBezTo>
                  <a:cubicBezTo>
                    <a:pt x="135313" y="784540"/>
                    <a:pt x="131400" y="769871"/>
                    <a:pt x="134125" y="755659"/>
                  </a:cubicBezTo>
                  <a:lnTo>
                    <a:pt x="171045" y="551526"/>
                  </a:lnTo>
                  <a:cubicBezTo>
                    <a:pt x="172748" y="541628"/>
                    <a:pt x="169512" y="531476"/>
                    <a:pt x="162197" y="524455"/>
                  </a:cubicBezTo>
                  <a:lnTo>
                    <a:pt x="12809" y="380115"/>
                  </a:lnTo>
                  <a:cubicBezTo>
                    <a:pt x="-634" y="367138"/>
                    <a:pt x="-5568" y="347664"/>
                    <a:pt x="218" y="329932"/>
                  </a:cubicBezTo>
                  <a:cubicBezTo>
                    <a:pt x="6004" y="312184"/>
                    <a:pt x="21316" y="299240"/>
                    <a:pt x="39863" y="296601"/>
                  </a:cubicBezTo>
                  <a:lnTo>
                    <a:pt x="246589" y="266383"/>
                  </a:lnTo>
                  <a:cubicBezTo>
                    <a:pt x="256458" y="264945"/>
                    <a:pt x="264966" y="258786"/>
                    <a:pt x="269390" y="249904"/>
                  </a:cubicBezTo>
                  <a:lnTo>
                    <a:pt x="309371" y="169266"/>
                  </a:lnTo>
                  <a:cubicBezTo>
                    <a:pt x="318560" y="150840"/>
                    <a:pt x="323324" y="130588"/>
                    <a:pt x="323324" y="110048"/>
                  </a:cubicBezTo>
                  <a:lnTo>
                    <a:pt x="323324" y="74906"/>
                  </a:lnTo>
                  <a:lnTo>
                    <a:pt x="315328" y="74906"/>
                  </a:lnTo>
                  <a:cubicBezTo>
                    <a:pt x="293719" y="75227"/>
                    <a:pt x="275853" y="58088"/>
                    <a:pt x="275513" y="36601"/>
                  </a:cubicBezTo>
                  <a:cubicBezTo>
                    <a:pt x="275513" y="36194"/>
                    <a:pt x="275513" y="35788"/>
                    <a:pt x="275513" y="35382"/>
                  </a:cubicBezTo>
                  <a:cubicBezTo>
                    <a:pt x="276023" y="26314"/>
                    <a:pt x="279937" y="17769"/>
                    <a:pt x="286404" y="11357"/>
                  </a:cubicBezTo>
                  <a:cubicBezTo>
                    <a:pt x="293379" y="4369"/>
                    <a:pt x="302908" y="460"/>
                    <a:pt x="312948" y="460"/>
                  </a:cubicBezTo>
                  <a:lnTo>
                    <a:pt x="496702" y="460"/>
                  </a:lnTo>
                  <a:cubicBezTo>
                    <a:pt x="518311" y="122"/>
                    <a:pt x="536177" y="17279"/>
                    <a:pt x="536518" y="38766"/>
                  </a:cubicBezTo>
                  <a:cubicBezTo>
                    <a:pt x="536518" y="39172"/>
                    <a:pt x="536518" y="39578"/>
                    <a:pt x="536518" y="39984"/>
                  </a:cubicBezTo>
                  <a:cubicBezTo>
                    <a:pt x="535836" y="49036"/>
                    <a:pt x="532094" y="57581"/>
                    <a:pt x="525630" y="63993"/>
                  </a:cubicBezTo>
                  <a:cubicBezTo>
                    <a:pt x="518651" y="70981"/>
                    <a:pt x="509122" y="74906"/>
                    <a:pt x="499257" y="74889"/>
                  </a:cubicBezTo>
                  <a:lnTo>
                    <a:pt x="488876" y="74889"/>
                  </a:lnTo>
                  <a:lnTo>
                    <a:pt x="488876" y="110420"/>
                  </a:lnTo>
                  <a:cubicBezTo>
                    <a:pt x="488876" y="131061"/>
                    <a:pt x="493640" y="151432"/>
                    <a:pt x="502829" y="169925"/>
                  </a:cubicBezTo>
                  <a:lnTo>
                    <a:pt x="542474" y="249447"/>
                  </a:lnTo>
                  <a:cubicBezTo>
                    <a:pt x="546898" y="258397"/>
                    <a:pt x="555406" y="264606"/>
                    <a:pt x="565441" y="266044"/>
                  </a:cubicBezTo>
                  <a:lnTo>
                    <a:pt x="772001" y="295620"/>
                  </a:lnTo>
                  <a:cubicBezTo>
                    <a:pt x="790544" y="298192"/>
                    <a:pt x="806030" y="311084"/>
                    <a:pt x="811642" y="328816"/>
                  </a:cubicBezTo>
                  <a:cubicBezTo>
                    <a:pt x="817598" y="346513"/>
                    <a:pt x="812834" y="366055"/>
                    <a:pt x="799392" y="379015"/>
                  </a:cubicBezTo>
                  <a:close/>
                  <a:moveTo>
                    <a:pt x="596239" y="491530"/>
                  </a:moveTo>
                  <a:lnTo>
                    <a:pt x="739500" y="352249"/>
                  </a:lnTo>
                  <a:lnTo>
                    <a:pt x="541112" y="323977"/>
                  </a:lnTo>
                  <a:cubicBezTo>
                    <a:pt x="521206" y="321049"/>
                    <a:pt x="503851" y="308546"/>
                    <a:pt x="494833" y="290510"/>
                  </a:cubicBezTo>
                  <a:lnTo>
                    <a:pt x="438002" y="176507"/>
                  </a:lnTo>
                  <a:cubicBezTo>
                    <a:pt x="428814" y="157997"/>
                    <a:pt x="423883" y="137626"/>
                    <a:pt x="423883" y="116968"/>
                  </a:cubicBezTo>
                  <a:lnTo>
                    <a:pt x="423883" y="83670"/>
                  </a:lnTo>
                  <a:cubicBezTo>
                    <a:pt x="423883" y="78797"/>
                    <a:pt x="419966" y="74838"/>
                    <a:pt x="415035" y="74838"/>
                  </a:cubicBezTo>
                  <a:lnTo>
                    <a:pt x="396829" y="74838"/>
                  </a:lnTo>
                  <a:cubicBezTo>
                    <a:pt x="391894" y="74838"/>
                    <a:pt x="387981" y="78797"/>
                    <a:pt x="387981" y="83670"/>
                  </a:cubicBezTo>
                  <a:lnTo>
                    <a:pt x="387981" y="117120"/>
                  </a:lnTo>
                  <a:cubicBezTo>
                    <a:pt x="387981" y="137660"/>
                    <a:pt x="383216" y="157913"/>
                    <a:pt x="374028" y="176338"/>
                  </a:cubicBezTo>
                  <a:lnTo>
                    <a:pt x="317372" y="290713"/>
                  </a:lnTo>
                  <a:cubicBezTo>
                    <a:pt x="308354" y="308749"/>
                    <a:pt x="291169" y="321269"/>
                    <a:pt x="271089" y="324298"/>
                  </a:cubicBezTo>
                  <a:lnTo>
                    <a:pt x="72700" y="353213"/>
                  </a:lnTo>
                  <a:lnTo>
                    <a:pt x="221067" y="496521"/>
                  </a:lnTo>
                  <a:cubicBezTo>
                    <a:pt x="232806" y="507823"/>
                    <a:pt x="238081" y="524218"/>
                    <a:pt x="235190" y="540224"/>
                  </a:cubicBezTo>
                  <a:lnTo>
                    <a:pt x="198606" y="742664"/>
                  </a:lnTo>
                  <a:lnTo>
                    <a:pt x="378111" y="649608"/>
                  </a:lnTo>
                  <a:cubicBezTo>
                    <a:pt x="386788" y="645023"/>
                    <a:pt x="396658" y="642620"/>
                    <a:pt x="406528" y="642603"/>
                  </a:cubicBezTo>
                  <a:cubicBezTo>
                    <a:pt x="416564" y="642620"/>
                    <a:pt x="426434" y="645023"/>
                    <a:pt x="435111" y="649608"/>
                  </a:cubicBezTo>
                  <a:lnTo>
                    <a:pt x="612742" y="742207"/>
                  </a:lnTo>
                  <a:lnTo>
                    <a:pt x="578543" y="545942"/>
                  </a:lnTo>
                  <a:cubicBezTo>
                    <a:pt x="574971" y="526011"/>
                    <a:pt x="581604" y="505657"/>
                    <a:pt x="596239" y="491530"/>
                  </a:cubicBezTo>
                  <a:close/>
                </a:path>
              </a:pathLst>
            </a:custGeom>
            <a:solidFill>
              <a:srgbClr val="FFFFFF"/>
            </a:solidFill>
            <a:ln w="16983" cap="flat">
              <a:noFill/>
              <a:prstDash val="solid"/>
              <a:miter/>
            </a:ln>
          </p:spPr>
          <p:txBody>
            <a:bodyPr rtlCol="0" anchor="ctr"/>
            <a:lstStyle/>
            <a:p>
              <a:endParaRPr lang="en-PK"/>
            </a:p>
          </p:txBody>
        </p:sp>
        <p:sp>
          <p:nvSpPr>
            <p:cNvPr id="9" name="Freeform: Shape 8">
              <a:extLst>
                <a:ext uri="{FF2B5EF4-FFF2-40B4-BE49-F238E27FC236}">
                  <a16:creationId xmlns:a16="http://schemas.microsoft.com/office/drawing/2014/main" id="{BB069842-9C37-E563-7EAD-C1EED971D2F7}"/>
                </a:ext>
              </a:extLst>
            </p:cNvPr>
            <p:cNvSpPr/>
            <p:nvPr/>
          </p:nvSpPr>
          <p:spPr>
            <a:xfrm>
              <a:off x="1110512" y="3853314"/>
              <a:ext cx="409541" cy="284533"/>
            </a:xfrm>
            <a:custGeom>
              <a:avLst/>
              <a:gdLst>
                <a:gd name="connsiteX0" fmla="*/ 344036 w 409541"/>
                <a:gd name="connsiteY0" fmla="*/ 62644 h 284533"/>
                <a:gd name="connsiteX1" fmla="*/ 321576 w 409541"/>
                <a:gd name="connsiteY1" fmla="*/ 142402 h 284533"/>
                <a:gd name="connsiteX2" fmla="*/ 346416 w 409541"/>
                <a:gd name="connsiteY2" fmla="*/ 284407 h 284533"/>
                <a:gd name="connsiteX3" fmla="*/ 217955 w 409541"/>
                <a:gd name="connsiteY3" fmla="*/ 217491 h 284533"/>
                <a:gd name="connsiteX4" fmla="*/ 172698 w 409541"/>
                <a:gd name="connsiteY4" fmla="*/ 206459 h 284533"/>
                <a:gd name="connsiteX5" fmla="*/ 139180 w 409541"/>
                <a:gd name="connsiteY5" fmla="*/ 212550 h 284533"/>
                <a:gd name="connsiteX6" fmla="*/ 127777 w 409541"/>
                <a:gd name="connsiteY6" fmla="*/ 217474 h 284533"/>
                <a:gd name="connsiteX7" fmla="*/ -2212 w 409541"/>
                <a:gd name="connsiteY7" fmla="*/ 284914 h 284533"/>
                <a:gd name="connsiteX8" fmla="*/ 407330 w 409541"/>
                <a:gd name="connsiteY8" fmla="*/ 381 h 284533"/>
                <a:gd name="connsiteX9" fmla="*/ 349307 w 409541"/>
                <a:gd name="connsiteY9" fmla="*/ 56925 h 284533"/>
                <a:gd name="connsiteX10" fmla="*/ 344377 w 409541"/>
                <a:gd name="connsiteY10" fmla="*/ 62374 h 28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9541" h="284533">
                  <a:moveTo>
                    <a:pt x="344036" y="62644"/>
                  </a:moveTo>
                  <a:cubicBezTo>
                    <a:pt x="324807" y="84504"/>
                    <a:pt x="316641" y="113808"/>
                    <a:pt x="321576" y="142402"/>
                  </a:cubicBezTo>
                  <a:lnTo>
                    <a:pt x="346416" y="284407"/>
                  </a:lnTo>
                  <a:lnTo>
                    <a:pt x="217955" y="217491"/>
                  </a:lnTo>
                  <a:cubicBezTo>
                    <a:pt x="204006" y="210300"/>
                    <a:pt x="188521" y="206527"/>
                    <a:pt x="172698" y="206459"/>
                  </a:cubicBezTo>
                  <a:cubicBezTo>
                    <a:pt x="161300" y="206459"/>
                    <a:pt x="149897" y="208523"/>
                    <a:pt x="139180" y="212550"/>
                  </a:cubicBezTo>
                  <a:cubicBezTo>
                    <a:pt x="135267" y="213920"/>
                    <a:pt x="131524" y="215562"/>
                    <a:pt x="127777" y="217474"/>
                  </a:cubicBezTo>
                  <a:lnTo>
                    <a:pt x="-2212" y="284914"/>
                  </a:lnTo>
                  <a:lnTo>
                    <a:pt x="407330" y="381"/>
                  </a:lnTo>
                  <a:lnTo>
                    <a:pt x="349307" y="56925"/>
                  </a:lnTo>
                  <a:cubicBezTo>
                    <a:pt x="347438" y="58583"/>
                    <a:pt x="345905" y="60411"/>
                    <a:pt x="344377" y="62374"/>
                  </a:cubicBezTo>
                  <a:close/>
                </a:path>
              </a:pathLst>
            </a:custGeom>
            <a:solidFill>
              <a:srgbClr val="FFFFFF">
                <a:alpha val="30000"/>
              </a:srgbClr>
            </a:solidFill>
            <a:ln w="16983" cap="flat">
              <a:noFill/>
              <a:prstDash val="solid"/>
              <a:miter/>
            </a:ln>
          </p:spPr>
          <p:txBody>
            <a:bodyPr rtlCol="0" anchor="ctr"/>
            <a:lstStyle/>
            <a:p>
              <a:endParaRPr lang="en-PK"/>
            </a:p>
          </p:txBody>
        </p:sp>
      </p:grpSp>
    </p:spTree>
    <p:extLst>
      <p:ext uri="{BB962C8B-B14F-4D97-AF65-F5344CB8AC3E}">
        <p14:creationId xmlns:p14="http://schemas.microsoft.com/office/powerpoint/2010/main" val="2490932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995D62-7CF8-66CF-8CEE-0C634297838D}"/>
              </a:ext>
            </a:extLst>
          </p:cNvPr>
          <p:cNvSpPr>
            <a:spLocks noGrp="1"/>
          </p:cNvSpPr>
          <p:nvPr>
            <p:ph type="title"/>
          </p:nvPr>
        </p:nvSpPr>
        <p:spPr>
          <a:xfrm>
            <a:off x="457199" y="171753"/>
            <a:ext cx="5323715" cy="1642970"/>
          </a:xfrm>
        </p:spPr>
        <p:txBody>
          <a:bodyPr anchor="b">
            <a:normAutofit/>
          </a:bodyPr>
          <a:lstStyle/>
          <a:p>
            <a:r>
              <a:rPr lang="en-US" sz="4000" b="1" dirty="0">
                <a:ea typeface="Calibri Light"/>
                <a:cs typeface="Calibri Light"/>
              </a:rPr>
              <a:t>3.Meta Descriptions</a:t>
            </a:r>
            <a:endParaRPr lang="en-US" sz="4000" b="1" dirty="0"/>
          </a:p>
        </p:txBody>
      </p:sp>
      <p:sp>
        <p:nvSpPr>
          <p:cNvPr id="8" name="Content Placeholder 7">
            <a:extLst>
              <a:ext uri="{FF2B5EF4-FFF2-40B4-BE49-F238E27FC236}">
                <a16:creationId xmlns:a16="http://schemas.microsoft.com/office/drawing/2014/main" id="{EFA12A07-E194-9EAA-F993-115CDF9B94F8}"/>
              </a:ext>
            </a:extLst>
          </p:cNvPr>
          <p:cNvSpPr>
            <a:spLocks noGrp="1"/>
          </p:cNvSpPr>
          <p:nvPr>
            <p:ph idx="1"/>
          </p:nvPr>
        </p:nvSpPr>
        <p:spPr>
          <a:xfrm>
            <a:off x="457199" y="2647009"/>
            <a:ext cx="7554365" cy="3427219"/>
          </a:xfrm>
        </p:spPr>
        <p:txBody>
          <a:bodyPr anchor="t">
            <a:normAutofit/>
          </a:bodyPr>
          <a:lstStyle/>
          <a:p>
            <a:r>
              <a:rPr lang="en-US" sz="2000" dirty="0">
                <a:ea typeface="Calibri"/>
                <a:cs typeface="Calibri"/>
              </a:rPr>
              <a:t>In order to rank your website better each web page must have a catchy, concise, and relevant description that drags the user's interest.</a:t>
            </a:r>
          </a:p>
          <a:p>
            <a:endParaRPr lang="en-US" sz="2000" dirty="0">
              <a:ea typeface="Calibri"/>
              <a:cs typeface="Calibri"/>
            </a:endParaRPr>
          </a:p>
          <a:p>
            <a:r>
              <a:rPr lang="en-US" sz="2000" dirty="0">
                <a:ea typeface="Calibri"/>
                <a:cs typeface="Calibri"/>
              </a:rPr>
              <a:t>All webpages have been described in a beautiful manner to grab user's attention as well as concise enough to fit the browser standards.</a:t>
            </a:r>
          </a:p>
          <a:p>
            <a:endParaRPr lang="en-US" sz="2000" dirty="0">
              <a:ea typeface="Calibri"/>
              <a:cs typeface="Calibri"/>
            </a:endParaRP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aphic 2">
            <a:extLst>
              <a:ext uri="{FF2B5EF4-FFF2-40B4-BE49-F238E27FC236}">
                <a16:creationId xmlns:a16="http://schemas.microsoft.com/office/drawing/2014/main" id="{EFB4B9A8-AC86-E643-E793-BF1D87C026A8}"/>
              </a:ext>
            </a:extLst>
          </p:cNvPr>
          <p:cNvGrpSpPr/>
          <p:nvPr/>
        </p:nvGrpSpPr>
        <p:grpSpPr>
          <a:xfrm>
            <a:off x="11182319" y="171753"/>
            <a:ext cx="664249" cy="660534"/>
            <a:chOff x="728569" y="3306496"/>
            <a:chExt cx="1111000" cy="1104786"/>
          </a:xfrm>
        </p:grpSpPr>
        <p:sp>
          <p:nvSpPr>
            <p:cNvPr id="5" name="Freeform: Shape 4">
              <a:extLst>
                <a:ext uri="{FF2B5EF4-FFF2-40B4-BE49-F238E27FC236}">
                  <a16:creationId xmlns:a16="http://schemas.microsoft.com/office/drawing/2014/main" id="{9958E300-29C6-367B-C057-9E085EEC471D}"/>
                </a:ext>
              </a:extLst>
            </p:cNvPr>
            <p:cNvSpPr/>
            <p:nvPr/>
          </p:nvSpPr>
          <p:spPr>
            <a:xfrm>
              <a:off x="728569" y="3306496"/>
              <a:ext cx="1111000" cy="1104786"/>
            </a:xfrm>
            <a:custGeom>
              <a:avLst/>
              <a:gdLst>
                <a:gd name="connsiteX0" fmla="*/ 855783 w 1111000"/>
                <a:gd name="connsiteY0" fmla="*/ 1 h 1104786"/>
                <a:gd name="connsiteX1" fmla="*/ 1111002 w 1111000"/>
                <a:gd name="connsiteY1" fmla="*/ 1 h 1104786"/>
                <a:gd name="connsiteX2" fmla="*/ 1111002 w 1111000"/>
                <a:gd name="connsiteY2" fmla="*/ 1104788 h 1104786"/>
                <a:gd name="connsiteX3" fmla="*/ 855783 w 1111000"/>
                <a:gd name="connsiteY3" fmla="*/ 1104788 h 1104786"/>
                <a:gd name="connsiteX4" fmla="*/ 255220 w 1111000"/>
                <a:gd name="connsiteY4" fmla="*/ 1104788 h 1104786"/>
                <a:gd name="connsiteX5" fmla="*/ 1 w 1111000"/>
                <a:gd name="connsiteY5" fmla="*/ 1104788 h 1104786"/>
                <a:gd name="connsiteX6" fmla="*/ 1 w 1111000"/>
                <a:gd name="connsiteY6" fmla="*/ 1 h 1104786"/>
                <a:gd name="connsiteX7" fmla="*/ 255220 w 1111000"/>
                <a:gd name="connsiteY7" fmla="*/ 1 h 110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000" h="1104786">
                  <a:moveTo>
                    <a:pt x="855783" y="1"/>
                  </a:moveTo>
                  <a:cubicBezTo>
                    <a:pt x="996736" y="1"/>
                    <a:pt x="1111002" y="1"/>
                    <a:pt x="1111002" y="1"/>
                  </a:cubicBezTo>
                  <a:lnTo>
                    <a:pt x="1111002" y="1104788"/>
                  </a:lnTo>
                  <a:cubicBezTo>
                    <a:pt x="1111002" y="1104788"/>
                    <a:pt x="996736" y="1104788"/>
                    <a:pt x="855783" y="1104788"/>
                  </a:cubicBezTo>
                  <a:lnTo>
                    <a:pt x="255220" y="1104788"/>
                  </a:lnTo>
                  <a:cubicBezTo>
                    <a:pt x="114267" y="1104788"/>
                    <a:pt x="1" y="1104788"/>
                    <a:pt x="1" y="1104788"/>
                  </a:cubicBezTo>
                  <a:lnTo>
                    <a:pt x="1" y="1"/>
                  </a:lnTo>
                  <a:cubicBezTo>
                    <a:pt x="1" y="1"/>
                    <a:pt x="114267" y="1"/>
                    <a:pt x="255220" y="1"/>
                  </a:cubicBezTo>
                  <a:close/>
                </a:path>
              </a:pathLst>
            </a:custGeom>
            <a:solidFill>
              <a:srgbClr val="00BCD4"/>
            </a:solidFill>
            <a:ln w="50950" cap="flat">
              <a:solidFill>
                <a:srgbClr val="FFFFFF"/>
              </a:solidFill>
              <a:prstDash val="solid"/>
              <a:miter/>
            </a:ln>
          </p:spPr>
          <p:txBody>
            <a:bodyPr rtlCol="0" anchor="ctr"/>
            <a:lstStyle/>
            <a:p>
              <a:endParaRPr lang="en-PK"/>
            </a:p>
          </p:txBody>
        </p:sp>
        <p:sp>
          <p:nvSpPr>
            <p:cNvPr id="6" name="Freeform: Shape 5">
              <a:extLst>
                <a:ext uri="{FF2B5EF4-FFF2-40B4-BE49-F238E27FC236}">
                  <a16:creationId xmlns:a16="http://schemas.microsoft.com/office/drawing/2014/main" id="{F4F3FCB7-BF5A-273F-BEE6-21BCB172DDE4}"/>
                </a:ext>
              </a:extLst>
            </p:cNvPr>
            <p:cNvSpPr/>
            <p:nvPr/>
          </p:nvSpPr>
          <p:spPr>
            <a:xfrm>
              <a:off x="1047203" y="3820475"/>
              <a:ext cx="472831" cy="317355"/>
            </a:xfrm>
            <a:custGeom>
              <a:avLst/>
              <a:gdLst>
                <a:gd name="connsiteX0" fmla="*/ 407337 w 472831"/>
                <a:gd name="connsiteY0" fmla="*/ 95472 h 317355"/>
                <a:gd name="connsiteX1" fmla="*/ 384881 w 472831"/>
                <a:gd name="connsiteY1" fmla="*/ 175230 h 317355"/>
                <a:gd name="connsiteX2" fmla="*/ 409721 w 472831"/>
                <a:gd name="connsiteY2" fmla="*/ 317235 h 317355"/>
                <a:gd name="connsiteX3" fmla="*/ 281261 w 472831"/>
                <a:gd name="connsiteY3" fmla="*/ 250319 h 317355"/>
                <a:gd name="connsiteX4" fmla="*/ 236174 w 472831"/>
                <a:gd name="connsiteY4" fmla="*/ 239287 h 317355"/>
                <a:gd name="connsiteX5" fmla="*/ 202485 w 472831"/>
                <a:gd name="connsiteY5" fmla="*/ 245378 h 317355"/>
                <a:gd name="connsiteX6" fmla="*/ 191083 w 472831"/>
                <a:gd name="connsiteY6" fmla="*/ 250302 h 317355"/>
                <a:gd name="connsiteX7" fmla="*/ 61263 w 472831"/>
                <a:gd name="connsiteY7" fmla="*/ 317742 h 317355"/>
                <a:gd name="connsiteX8" fmla="*/ 87973 w 472831"/>
                <a:gd name="connsiteY8" fmla="*/ 169647 h 317355"/>
                <a:gd name="connsiteX9" fmla="*/ 63644 w 472831"/>
                <a:gd name="connsiteY9" fmla="*/ 94948 h 317355"/>
                <a:gd name="connsiteX10" fmla="*/ -2201 w 472831"/>
                <a:gd name="connsiteY10" fmla="*/ 31145 h 317355"/>
                <a:gd name="connsiteX11" fmla="*/ -2201 w 472831"/>
                <a:gd name="connsiteY11" fmla="*/ 28285 h 317355"/>
                <a:gd name="connsiteX12" fmla="*/ 235492 w 472831"/>
                <a:gd name="connsiteY12" fmla="*/ 28285 h 317355"/>
                <a:gd name="connsiteX13" fmla="*/ 470631 w 472831"/>
                <a:gd name="connsiteY13" fmla="*/ 33209 h 317355"/>
                <a:gd name="connsiteX14" fmla="*/ 412613 w 472831"/>
                <a:gd name="connsiteY14" fmla="*/ 89753 h 317355"/>
                <a:gd name="connsiteX15" fmla="*/ 407678 w 472831"/>
                <a:gd name="connsiteY15" fmla="*/ 95202 h 31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2831" h="317355">
                  <a:moveTo>
                    <a:pt x="407337" y="95472"/>
                  </a:moveTo>
                  <a:cubicBezTo>
                    <a:pt x="388113" y="117332"/>
                    <a:pt x="379946" y="146636"/>
                    <a:pt x="384881" y="175230"/>
                  </a:cubicBezTo>
                  <a:lnTo>
                    <a:pt x="409721" y="317235"/>
                  </a:lnTo>
                  <a:lnTo>
                    <a:pt x="281261" y="250319"/>
                  </a:lnTo>
                  <a:cubicBezTo>
                    <a:pt x="267307" y="243128"/>
                    <a:pt x="251826" y="239355"/>
                    <a:pt x="236174" y="239287"/>
                  </a:cubicBezTo>
                  <a:cubicBezTo>
                    <a:pt x="224601" y="239287"/>
                    <a:pt x="213202" y="241351"/>
                    <a:pt x="202485" y="245378"/>
                  </a:cubicBezTo>
                  <a:cubicBezTo>
                    <a:pt x="198568" y="246749"/>
                    <a:pt x="194825" y="248390"/>
                    <a:pt x="191083" y="250302"/>
                  </a:cubicBezTo>
                  <a:lnTo>
                    <a:pt x="61263" y="317742"/>
                  </a:lnTo>
                  <a:lnTo>
                    <a:pt x="87973" y="169647"/>
                  </a:lnTo>
                  <a:cubicBezTo>
                    <a:pt x="92908" y="142288"/>
                    <a:pt x="83720" y="114269"/>
                    <a:pt x="63644" y="94948"/>
                  </a:cubicBezTo>
                  <a:lnTo>
                    <a:pt x="-2201" y="31145"/>
                  </a:lnTo>
                  <a:lnTo>
                    <a:pt x="-2201" y="28285"/>
                  </a:lnTo>
                  <a:cubicBezTo>
                    <a:pt x="-2201" y="28285"/>
                    <a:pt x="126767" y="-34486"/>
                    <a:pt x="235492" y="28285"/>
                  </a:cubicBezTo>
                  <a:cubicBezTo>
                    <a:pt x="340130" y="88450"/>
                    <a:pt x="461106" y="37371"/>
                    <a:pt x="470631" y="33209"/>
                  </a:cubicBezTo>
                  <a:lnTo>
                    <a:pt x="412613" y="89753"/>
                  </a:lnTo>
                  <a:cubicBezTo>
                    <a:pt x="410914" y="91412"/>
                    <a:pt x="409210" y="93239"/>
                    <a:pt x="407678" y="95202"/>
                  </a:cubicBezTo>
                  <a:close/>
                </a:path>
              </a:pathLst>
            </a:custGeom>
            <a:solidFill>
              <a:srgbClr val="FFD217"/>
            </a:solidFill>
            <a:ln w="16983" cap="flat">
              <a:noFill/>
              <a:prstDash val="solid"/>
              <a:miter/>
            </a:ln>
          </p:spPr>
          <p:txBody>
            <a:bodyPr rtlCol="0" anchor="ctr"/>
            <a:lstStyle/>
            <a:p>
              <a:endParaRPr lang="en-PK"/>
            </a:p>
          </p:txBody>
        </p:sp>
        <p:sp>
          <p:nvSpPr>
            <p:cNvPr id="7" name="Freeform: Shape 6">
              <a:extLst>
                <a:ext uri="{FF2B5EF4-FFF2-40B4-BE49-F238E27FC236}">
                  <a16:creationId xmlns:a16="http://schemas.microsoft.com/office/drawing/2014/main" id="{BF21FF0A-F69E-C469-BF3C-E9FA99E8D796}"/>
                </a:ext>
              </a:extLst>
            </p:cNvPr>
            <p:cNvSpPr/>
            <p:nvPr/>
          </p:nvSpPr>
          <p:spPr>
            <a:xfrm>
              <a:off x="875756" y="3441863"/>
              <a:ext cx="816339" cy="812914"/>
            </a:xfrm>
            <a:custGeom>
              <a:avLst/>
              <a:gdLst>
                <a:gd name="connsiteX0" fmla="*/ 799392 w 816339"/>
                <a:gd name="connsiteY0" fmla="*/ 379015 h 812914"/>
                <a:gd name="connsiteX1" fmla="*/ 650174 w 816339"/>
                <a:gd name="connsiteY1" fmla="*/ 524134 h 812914"/>
                <a:gd name="connsiteX2" fmla="*/ 641496 w 816339"/>
                <a:gd name="connsiteY2" fmla="*/ 550984 h 812914"/>
                <a:gd name="connsiteX3" fmla="*/ 677058 w 816339"/>
                <a:gd name="connsiteY3" fmla="*/ 755506 h 812914"/>
                <a:gd name="connsiteX4" fmla="*/ 666341 w 816339"/>
                <a:gd name="connsiteY4" fmla="*/ 795182 h 812914"/>
                <a:gd name="connsiteX5" fmla="*/ 628565 w 816339"/>
                <a:gd name="connsiteY5" fmla="*/ 812812 h 812914"/>
                <a:gd name="connsiteX6" fmla="*/ 605768 w 816339"/>
                <a:gd name="connsiteY6" fmla="*/ 807110 h 812914"/>
                <a:gd name="connsiteX7" fmla="*/ 420647 w 816339"/>
                <a:gd name="connsiteY7" fmla="*/ 710670 h 812914"/>
                <a:gd name="connsiteX8" fmla="*/ 406358 w 816339"/>
                <a:gd name="connsiteY8" fmla="*/ 707168 h 812914"/>
                <a:gd name="connsiteX9" fmla="*/ 392234 w 816339"/>
                <a:gd name="connsiteY9" fmla="*/ 710670 h 812914"/>
                <a:gd name="connsiteX10" fmla="*/ 205244 w 816339"/>
                <a:gd name="connsiteY10" fmla="*/ 807804 h 812914"/>
                <a:gd name="connsiteX11" fmla="*/ 182443 w 816339"/>
                <a:gd name="connsiteY11" fmla="*/ 813370 h 812914"/>
                <a:gd name="connsiteX12" fmla="*/ 144672 w 816339"/>
                <a:gd name="connsiteY12" fmla="*/ 795605 h 812914"/>
                <a:gd name="connsiteX13" fmla="*/ 134125 w 816339"/>
                <a:gd name="connsiteY13" fmla="*/ 755659 h 812914"/>
                <a:gd name="connsiteX14" fmla="*/ 171045 w 816339"/>
                <a:gd name="connsiteY14" fmla="*/ 551526 h 812914"/>
                <a:gd name="connsiteX15" fmla="*/ 162197 w 816339"/>
                <a:gd name="connsiteY15" fmla="*/ 524455 h 812914"/>
                <a:gd name="connsiteX16" fmla="*/ 12809 w 816339"/>
                <a:gd name="connsiteY16" fmla="*/ 380115 h 812914"/>
                <a:gd name="connsiteX17" fmla="*/ 218 w 816339"/>
                <a:gd name="connsiteY17" fmla="*/ 329932 h 812914"/>
                <a:gd name="connsiteX18" fmla="*/ 39863 w 816339"/>
                <a:gd name="connsiteY18" fmla="*/ 296601 h 812914"/>
                <a:gd name="connsiteX19" fmla="*/ 246589 w 816339"/>
                <a:gd name="connsiteY19" fmla="*/ 266383 h 812914"/>
                <a:gd name="connsiteX20" fmla="*/ 269390 w 816339"/>
                <a:gd name="connsiteY20" fmla="*/ 249904 h 812914"/>
                <a:gd name="connsiteX21" fmla="*/ 309371 w 816339"/>
                <a:gd name="connsiteY21" fmla="*/ 169266 h 812914"/>
                <a:gd name="connsiteX22" fmla="*/ 323324 w 816339"/>
                <a:gd name="connsiteY22" fmla="*/ 110048 h 812914"/>
                <a:gd name="connsiteX23" fmla="*/ 323324 w 816339"/>
                <a:gd name="connsiteY23" fmla="*/ 74906 h 812914"/>
                <a:gd name="connsiteX24" fmla="*/ 315328 w 816339"/>
                <a:gd name="connsiteY24" fmla="*/ 74906 h 812914"/>
                <a:gd name="connsiteX25" fmla="*/ 275513 w 816339"/>
                <a:gd name="connsiteY25" fmla="*/ 36601 h 812914"/>
                <a:gd name="connsiteX26" fmla="*/ 275513 w 816339"/>
                <a:gd name="connsiteY26" fmla="*/ 35382 h 812914"/>
                <a:gd name="connsiteX27" fmla="*/ 286404 w 816339"/>
                <a:gd name="connsiteY27" fmla="*/ 11357 h 812914"/>
                <a:gd name="connsiteX28" fmla="*/ 312948 w 816339"/>
                <a:gd name="connsiteY28" fmla="*/ 460 h 812914"/>
                <a:gd name="connsiteX29" fmla="*/ 496702 w 816339"/>
                <a:gd name="connsiteY29" fmla="*/ 460 h 812914"/>
                <a:gd name="connsiteX30" fmla="*/ 536518 w 816339"/>
                <a:gd name="connsiteY30" fmla="*/ 38766 h 812914"/>
                <a:gd name="connsiteX31" fmla="*/ 536518 w 816339"/>
                <a:gd name="connsiteY31" fmla="*/ 39984 h 812914"/>
                <a:gd name="connsiteX32" fmla="*/ 525630 w 816339"/>
                <a:gd name="connsiteY32" fmla="*/ 63993 h 812914"/>
                <a:gd name="connsiteX33" fmla="*/ 499257 w 816339"/>
                <a:gd name="connsiteY33" fmla="*/ 74889 h 812914"/>
                <a:gd name="connsiteX34" fmla="*/ 488876 w 816339"/>
                <a:gd name="connsiteY34" fmla="*/ 74889 h 812914"/>
                <a:gd name="connsiteX35" fmla="*/ 488876 w 816339"/>
                <a:gd name="connsiteY35" fmla="*/ 110420 h 812914"/>
                <a:gd name="connsiteX36" fmla="*/ 502829 w 816339"/>
                <a:gd name="connsiteY36" fmla="*/ 169925 h 812914"/>
                <a:gd name="connsiteX37" fmla="*/ 542474 w 816339"/>
                <a:gd name="connsiteY37" fmla="*/ 249447 h 812914"/>
                <a:gd name="connsiteX38" fmla="*/ 565441 w 816339"/>
                <a:gd name="connsiteY38" fmla="*/ 266044 h 812914"/>
                <a:gd name="connsiteX39" fmla="*/ 772001 w 816339"/>
                <a:gd name="connsiteY39" fmla="*/ 295620 h 812914"/>
                <a:gd name="connsiteX40" fmla="*/ 811642 w 816339"/>
                <a:gd name="connsiteY40" fmla="*/ 328816 h 812914"/>
                <a:gd name="connsiteX41" fmla="*/ 799392 w 816339"/>
                <a:gd name="connsiteY41" fmla="*/ 379015 h 812914"/>
                <a:gd name="connsiteX42" fmla="*/ 596239 w 816339"/>
                <a:gd name="connsiteY42" fmla="*/ 491530 h 812914"/>
                <a:gd name="connsiteX43" fmla="*/ 739500 w 816339"/>
                <a:gd name="connsiteY43" fmla="*/ 352249 h 812914"/>
                <a:gd name="connsiteX44" fmla="*/ 541112 w 816339"/>
                <a:gd name="connsiteY44" fmla="*/ 323977 h 812914"/>
                <a:gd name="connsiteX45" fmla="*/ 494833 w 816339"/>
                <a:gd name="connsiteY45" fmla="*/ 290510 h 812914"/>
                <a:gd name="connsiteX46" fmla="*/ 438002 w 816339"/>
                <a:gd name="connsiteY46" fmla="*/ 176507 h 812914"/>
                <a:gd name="connsiteX47" fmla="*/ 423883 w 816339"/>
                <a:gd name="connsiteY47" fmla="*/ 116968 h 812914"/>
                <a:gd name="connsiteX48" fmla="*/ 423883 w 816339"/>
                <a:gd name="connsiteY48" fmla="*/ 83670 h 812914"/>
                <a:gd name="connsiteX49" fmla="*/ 415035 w 816339"/>
                <a:gd name="connsiteY49" fmla="*/ 74838 h 812914"/>
                <a:gd name="connsiteX50" fmla="*/ 396829 w 816339"/>
                <a:gd name="connsiteY50" fmla="*/ 74838 h 812914"/>
                <a:gd name="connsiteX51" fmla="*/ 387981 w 816339"/>
                <a:gd name="connsiteY51" fmla="*/ 83670 h 812914"/>
                <a:gd name="connsiteX52" fmla="*/ 387981 w 816339"/>
                <a:gd name="connsiteY52" fmla="*/ 117120 h 812914"/>
                <a:gd name="connsiteX53" fmla="*/ 374028 w 816339"/>
                <a:gd name="connsiteY53" fmla="*/ 176338 h 812914"/>
                <a:gd name="connsiteX54" fmla="*/ 317372 w 816339"/>
                <a:gd name="connsiteY54" fmla="*/ 290713 h 812914"/>
                <a:gd name="connsiteX55" fmla="*/ 271089 w 816339"/>
                <a:gd name="connsiteY55" fmla="*/ 324298 h 812914"/>
                <a:gd name="connsiteX56" fmla="*/ 72700 w 816339"/>
                <a:gd name="connsiteY56" fmla="*/ 353213 h 812914"/>
                <a:gd name="connsiteX57" fmla="*/ 221067 w 816339"/>
                <a:gd name="connsiteY57" fmla="*/ 496521 h 812914"/>
                <a:gd name="connsiteX58" fmla="*/ 235190 w 816339"/>
                <a:gd name="connsiteY58" fmla="*/ 540224 h 812914"/>
                <a:gd name="connsiteX59" fmla="*/ 198606 w 816339"/>
                <a:gd name="connsiteY59" fmla="*/ 742664 h 812914"/>
                <a:gd name="connsiteX60" fmla="*/ 378111 w 816339"/>
                <a:gd name="connsiteY60" fmla="*/ 649608 h 812914"/>
                <a:gd name="connsiteX61" fmla="*/ 406528 w 816339"/>
                <a:gd name="connsiteY61" fmla="*/ 642603 h 812914"/>
                <a:gd name="connsiteX62" fmla="*/ 435111 w 816339"/>
                <a:gd name="connsiteY62" fmla="*/ 649608 h 812914"/>
                <a:gd name="connsiteX63" fmla="*/ 612742 w 816339"/>
                <a:gd name="connsiteY63" fmla="*/ 742207 h 812914"/>
                <a:gd name="connsiteX64" fmla="*/ 578543 w 816339"/>
                <a:gd name="connsiteY64" fmla="*/ 545942 h 812914"/>
                <a:gd name="connsiteX65" fmla="*/ 596239 w 816339"/>
                <a:gd name="connsiteY65" fmla="*/ 491530 h 81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816339" h="812914">
                  <a:moveTo>
                    <a:pt x="799392" y="379015"/>
                  </a:moveTo>
                  <a:lnTo>
                    <a:pt x="650174" y="524134"/>
                  </a:lnTo>
                  <a:cubicBezTo>
                    <a:pt x="643029" y="531121"/>
                    <a:pt x="639797" y="541154"/>
                    <a:pt x="641496" y="550984"/>
                  </a:cubicBezTo>
                  <a:lnTo>
                    <a:pt x="677058" y="755506"/>
                  </a:lnTo>
                  <a:cubicBezTo>
                    <a:pt x="679609" y="769651"/>
                    <a:pt x="675695" y="784201"/>
                    <a:pt x="666341" y="795182"/>
                  </a:cubicBezTo>
                  <a:cubicBezTo>
                    <a:pt x="656982" y="806332"/>
                    <a:pt x="643199" y="812795"/>
                    <a:pt x="628565" y="812812"/>
                  </a:cubicBezTo>
                  <a:cubicBezTo>
                    <a:pt x="620568" y="812795"/>
                    <a:pt x="612742" y="810850"/>
                    <a:pt x="605768" y="807110"/>
                  </a:cubicBezTo>
                  <a:lnTo>
                    <a:pt x="420647" y="710670"/>
                  </a:lnTo>
                  <a:cubicBezTo>
                    <a:pt x="416223" y="708352"/>
                    <a:pt x="411288" y="707151"/>
                    <a:pt x="406358" y="707168"/>
                  </a:cubicBezTo>
                  <a:cubicBezTo>
                    <a:pt x="401423" y="707168"/>
                    <a:pt x="396658" y="708369"/>
                    <a:pt x="392234" y="710670"/>
                  </a:cubicBezTo>
                  <a:lnTo>
                    <a:pt x="205244" y="807804"/>
                  </a:lnTo>
                  <a:cubicBezTo>
                    <a:pt x="198270" y="811442"/>
                    <a:pt x="190440" y="813337"/>
                    <a:pt x="182443" y="813370"/>
                  </a:cubicBezTo>
                  <a:cubicBezTo>
                    <a:pt x="167813" y="813303"/>
                    <a:pt x="154030" y="806806"/>
                    <a:pt x="144672" y="795605"/>
                  </a:cubicBezTo>
                  <a:cubicBezTo>
                    <a:pt x="135313" y="784540"/>
                    <a:pt x="131400" y="769871"/>
                    <a:pt x="134125" y="755659"/>
                  </a:cubicBezTo>
                  <a:lnTo>
                    <a:pt x="171045" y="551526"/>
                  </a:lnTo>
                  <a:cubicBezTo>
                    <a:pt x="172748" y="541628"/>
                    <a:pt x="169512" y="531476"/>
                    <a:pt x="162197" y="524455"/>
                  </a:cubicBezTo>
                  <a:lnTo>
                    <a:pt x="12809" y="380115"/>
                  </a:lnTo>
                  <a:cubicBezTo>
                    <a:pt x="-634" y="367138"/>
                    <a:pt x="-5568" y="347664"/>
                    <a:pt x="218" y="329932"/>
                  </a:cubicBezTo>
                  <a:cubicBezTo>
                    <a:pt x="6004" y="312184"/>
                    <a:pt x="21316" y="299240"/>
                    <a:pt x="39863" y="296601"/>
                  </a:cubicBezTo>
                  <a:lnTo>
                    <a:pt x="246589" y="266383"/>
                  </a:lnTo>
                  <a:cubicBezTo>
                    <a:pt x="256458" y="264945"/>
                    <a:pt x="264966" y="258786"/>
                    <a:pt x="269390" y="249904"/>
                  </a:cubicBezTo>
                  <a:lnTo>
                    <a:pt x="309371" y="169266"/>
                  </a:lnTo>
                  <a:cubicBezTo>
                    <a:pt x="318560" y="150840"/>
                    <a:pt x="323324" y="130588"/>
                    <a:pt x="323324" y="110048"/>
                  </a:cubicBezTo>
                  <a:lnTo>
                    <a:pt x="323324" y="74906"/>
                  </a:lnTo>
                  <a:lnTo>
                    <a:pt x="315328" y="74906"/>
                  </a:lnTo>
                  <a:cubicBezTo>
                    <a:pt x="293719" y="75227"/>
                    <a:pt x="275853" y="58088"/>
                    <a:pt x="275513" y="36601"/>
                  </a:cubicBezTo>
                  <a:cubicBezTo>
                    <a:pt x="275513" y="36194"/>
                    <a:pt x="275513" y="35788"/>
                    <a:pt x="275513" y="35382"/>
                  </a:cubicBezTo>
                  <a:cubicBezTo>
                    <a:pt x="276023" y="26314"/>
                    <a:pt x="279937" y="17769"/>
                    <a:pt x="286404" y="11357"/>
                  </a:cubicBezTo>
                  <a:cubicBezTo>
                    <a:pt x="293379" y="4369"/>
                    <a:pt x="302908" y="460"/>
                    <a:pt x="312948" y="460"/>
                  </a:cubicBezTo>
                  <a:lnTo>
                    <a:pt x="496702" y="460"/>
                  </a:lnTo>
                  <a:cubicBezTo>
                    <a:pt x="518311" y="122"/>
                    <a:pt x="536177" y="17279"/>
                    <a:pt x="536518" y="38766"/>
                  </a:cubicBezTo>
                  <a:cubicBezTo>
                    <a:pt x="536518" y="39172"/>
                    <a:pt x="536518" y="39578"/>
                    <a:pt x="536518" y="39984"/>
                  </a:cubicBezTo>
                  <a:cubicBezTo>
                    <a:pt x="535836" y="49036"/>
                    <a:pt x="532094" y="57581"/>
                    <a:pt x="525630" y="63993"/>
                  </a:cubicBezTo>
                  <a:cubicBezTo>
                    <a:pt x="518651" y="70981"/>
                    <a:pt x="509122" y="74906"/>
                    <a:pt x="499257" y="74889"/>
                  </a:cubicBezTo>
                  <a:lnTo>
                    <a:pt x="488876" y="74889"/>
                  </a:lnTo>
                  <a:lnTo>
                    <a:pt x="488876" y="110420"/>
                  </a:lnTo>
                  <a:cubicBezTo>
                    <a:pt x="488876" y="131061"/>
                    <a:pt x="493640" y="151432"/>
                    <a:pt x="502829" y="169925"/>
                  </a:cubicBezTo>
                  <a:lnTo>
                    <a:pt x="542474" y="249447"/>
                  </a:lnTo>
                  <a:cubicBezTo>
                    <a:pt x="546898" y="258397"/>
                    <a:pt x="555406" y="264606"/>
                    <a:pt x="565441" y="266044"/>
                  </a:cubicBezTo>
                  <a:lnTo>
                    <a:pt x="772001" y="295620"/>
                  </a:lnTo>
                  <a:cubicBezTo>
                    <a:pt x="790544" y="298192"/>
                    <a:pt x="806030" y="311084"/>
                    <a:pt x="811642" y="328816"/>
                  </a:cubicBezTo>
                  <a:cubicBezTo>
                    <a:pt x="817598" y="346513"/>
                    <a:pt x="812834" y="366055"/>
                    <a:pt x="799392" y="379015"/>
                  </a:cubicBezTo>
                  <a:close/>
                  <a:moveTo>
                    <a:pt x="596239" y="491530"/>
                  </a:moveTo>
                  <a:lnTo>
                    <a:pt x="739500" y="352249"/>
                  </a:lnTo>
                  <a:lnTo>
                    <a:pt x="541112" y="323977"/>
                  </a:lnTo>
                  <a:cubicBezTo>
                    <a:pt x="521206" y="321049"/>
                    <a:pt x="503851" y="308546"/>
                    <a:pt x="494833" y="290510"/>
                  </a:cubicBezTo>
                  <a:lnTo>
                    <a:pt x="438002" y="176507"/>
                  </a:lnTo>
                  <a:cubicBezTo>
                    <a:pt x="428814" y="157997"/>
                    <a:pt x="423883" y="137626"/>
                    <a:pt x="423883" y="116968"/>
                  </a:cubicBezTo>
                  <a:lnTo>
                    <a:pt x="423883" y="83670"/>
                  </a:lnTo>
                  <a:cubicBezTo>
                    <a:pt x="423883" y="78797"/>
                    <a:pt x="419966" y="74838"/>
                    <a:pt x="415035" y="74838"/>
                  </a:cubicBezTo>
                  <a:lnTo>
                    <a:pt x="396829" y="74838"/>
                  </a:lnTo>
                  <a:cubicBezTo>
                    <a:pt x="391894" y="74838"/>
                    <a:pt x="387981" y="78797"/>
                    <a:pt x="387981" y="83670"/>
                  </a:cubicBezTo>
                  <a:lnTo>
                    <a:pt x="387981" y="117120"/>
                  </a:lnTo>
                  <a:cubicBezTo>
                    <a:pt x="387981" y="137660"/>
                    <a:pt x="383216" y="157913"/>
                    <a:pt x="374028" y="176338"/>
                  </a:cubicBezTo>
                  <a:lnTo>
                    <a:pt x="317372" y="290713"/>
                  </a:lnTo>
                  <a:cubicBezTo>
                    <a:pt x="308354" y="308749"/>
                    <a:pt x="291169" y="321269"/>
                    <a:pt x="271089" y="324298"/>
                  </a:cubicBezTo>
                  <a:lnTo>
                    <a:pt x="72700" y="353213"/>
                  </a:lnTo>
                  <a:lnTo>
                    <a:pt x="221067" y="496521"/>
                  </a:lnTo>
                  <a:cubicBezTo>
                    <a:pt x="232806" y="507823"/>
                    <a:pt x="238081" y="524218"/>
                    <a:pt x="235190" y="540224"/>
                  </a:cubicBezTo>
                  <a:lnTo>
                    <a:pt x="198606" y="742664"/>
                  </a:lnTo>
                  <a:lnTo>
                    <a:pt x="378111" y="649608"/>
                  </a:lnTo>
                  <a:cubicBezTo>
                    <a:pt x="386788" y="645023"/>
                    <a:pt x="396658" y="642620"/>
                    <a:pt x="406528" y="642603"/>
                  </a:cubicBezTo>
                  <a:cubicBezTo>
                    <a:pt x="416564" y="642620"/>
                    <a:pt x="426434" y="645023"/>
                    <a:pt x="435111" y="649608"/>
                  </a:cubicBezTo>
                  <a:lnTo>
                    <a:pt x="612742" y="742207"/>
                  </a:lnTo>
                  <a:lnTo>
                    <a:pt x="578543" y="545942"/>
                  </a:lnTo>
                  <a:cubicBezTo>
                    <a:pt x="574971" y="526011"/>
                    <a:pt x="581604" y="505657"/>
                    <a:pt x="596239" y="491530"/>
                  </a:cubicBezTo>
                  <a:close/>
                </a:path>
              </a:pathLst>
            </a:custGeom>
            <a:solidFill>
              <a:srgbClr val="FFFFFF"/>
            </a:solidFill>
            <a:ln w="16983" cap="flat">
              <a:noFill/>
              <a:prstDash val="solid"/>
              <a:miter/>
            </a:ln>
          </p:spPr>
          <p:txBody>
            <a:bodyPr rtlCol="0" anchor="ctr"/>
            <a:lstStyle/>
            <a:p>
              <a:endParaRPr lang="en-PK" dirty="0"/>
            </a:p>
          </p:txBody>
        </p:sp>
        <p:sp>
          <p:nvSpPr>
            <p:cNvPr id="9" name="Freeform: Shape 8">
              <a:extLst>
                <a:ext uri="{FF2B5EF4-FFF2-40B4-BE49-F238E27FC236}">
                  <a16:creationId xmlns:a16="http://schemas.microsoft.com/office/drawing/2014/main" id="{6C218DCA-2AA3-EB3A-8CC8-81D97FA42D9D}"/>
                </a:ext>
              </a:extLst>
            </p:cNvPr>
            <p:cNvSpPr/>
            <p:nvPr/>
          </p:nvSpPr>
          <p:spPr>
            <a:xfrm>
              <a:off x="1110512" y="3853314"/>
              <a:ext cx="409541" cy="284533"/>
            </a:xfrm>
            <a:custGeom>
              <a:avLst/>
              <a:gdLst>
                <a:gd name="connsiteX0" fmla="*/ 344036 w 409541"/>
                <a:gd name="connsiteY0" fmla="*/ 62644 h 284533"/>
                <a:gd name="connsiteX1" fmla="*/ 321576 w 409541"/>
                <a:gd name="connsiteY1" fmla="*/ 142402 h 284533"/>
                <a:gd name="connsiteX2" fmla="*/ 346416 w 409541"/>
                <a:gd name="connsiteY2" fmla="*/ 284407 h 284533"/>
                <a:gd name="connsiteX3" fmla="*/ 217955 w 409541"/>
                <a:gd name="connsiteY3" fmla="*/ 217491 h 284533"/>
                <a:gd name="connsiteX4" fmla="*/ 172698 w 409541"/>
                <a:gd name="connsiteY4" fmla="*/ 206459 h 284533"/>
                <a:gd name="connsiteX5" fmla="*/ 139180 w 409541"/>
                <a:gd name="connsiteY5" fmla="*/ 212550 h 284533"/>
                <a:gd name="connsiteX6" fmla="*/ 127777 w 409541"/>
                <a:gd name="connsiteY6" fmla="*/ 217474 h 284533"/>
                <a:gd name="connsiteX7" fmla="*/ -2212 w 409541"/>
                <a:gd name="connsiteY7" fmla="*/ 284914 h 284533"/>
                <a:gd name="connsiteX8" fmla="*/ 407330 w 409541"/>
                <a:gd name="connsiteY8" fmla="*/ 381 h 284533"/>
                <a:gd name="connsiteX9" fmla="*/ 349307 w 409541"/>
                <a:gd name="connsiteY9" fmla="*/ 56925 h 284533"/>
                <a:gd name="connsiteX10" fmla="*/ 344377 w 409541"/>
                <a:gd name="connsiteY10" fmla="*/ 62374 h 28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9541" h="284533">
                  <a:moveTo>
                    <a:pt x="344036" y="62644"/>
                  </a:moveTo>
                  <a:cubicBezTo>
                    <a:pt x="324807" y="84504"/>
                    <a:pt x="316641" y="113808"/>
                    <a:pt x="321576" y="142402"/>
                  </a:cubicBezTo>
                  <a:lnTo>
                    <a:pt x="346416" y="284407"/>
                  </a:lnTo>
                  <a:lnTo>
                    <a:pt x="217955" y="217491"/>
                  </a:lnTo>
                  <a:cubicBezTo>
                    <a:pt x="204006" y="210300"/>
                    <a:pt x="188521" y="206527"/>
                    <a:pt x="172698" y="206459"/>
                  </a:cubicBezTo>
                  <a:cubicBezTo>
                    <a:pt x="161300" y="206459"/>
                    <a:pt x="149897" y="208523"/>
                    <a:pt x="139180" y="212550"/>
                  </a:cubicBezTo>
                  <a:cubicBezTo>
                    <a:pt x="135267" y="213920"/>
                    <a:pt x="131524" y="215562"/>
                    <a:pt x="127777" y="217474"/>
                  </a:cubicBezTo>
                  <a:lnTo>
                    <a:pt x="-2212" y="284914"/>
                  </a:lnTo>
                  <a:lnTo>
                    <a:pt x="407330" y="381"/>
                  </a:lnTo>
                  <a:lnTo>
                    <a:pt x="349307" y="56925"/>
                  </a:lnTo>
                  <a:cubicBezTo>
                    <a:pt x="347438" y="58583"/>
                    <a:pt x="345905" y="60411"/>
                    <a:pt x="344377" y="62374"/>
                  </a:cubicBezTo>
                  <a:close/>
                </a:path>
              </a:pathLst>
            </a:custGeom>
            <a:solidFill>
              <a:srgbClr val="FFFFFF">
                <a:alpha val="30000"/>
              </a:srgbClr>
            </a:solidFill>
            <a:ln w="16983" cap="flat">
              <a:noFill/>
              <a:prstDash val="solid"/>
              <a:miter/>
            </a:ln>
          </p:spPr>
          <p:txBody>
            <a:bodyPr rtlCol="0" anchor="ctr"/>
            <a:lstStyle/>
            <a:p>
              <a:endParaRPr lang="en-PK"/>
            </a:p>
          </p:txBody>
        </p:sp>
      </p:grpSp>
    </p:spTree>
    <p:extLst>
      <p:ext uri="{BB962C8B-B14F-4D97-AF65-F5344CB8AC3E}">
        <p14:creationId xmlns:p14="http://schemas.microsoft.com/office/powerpoint/2010/main" val="625577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0C0671-9E70-7B9A-87D8-BF707650EDD2}"/>
              </a:ext>
            </a:extLst>
          </p:cNvPr>
          <p:cNvSpPr>
            <a:spLocks noGrp="1"/>
          </p:cNvSpPr>
          <p:nvPr>
            <p:ph type="title"/>
          </p:nvPr>
        </p:nvSpPr>
        <p:spPr>
          <a:xfrm>
            <a:off x="457200" y="171753"/>
            <a:ext cx="5323715" cy="1642970"/>
          </a:xfrm>
        </p:spPr>
        <p:txBody>
          <a:bodyPr anchor="b">
            <a:normAutofit/>
          </a:bodyPr>
          <a:lstStyle/>
          <a:p>
            <a:r>
              <a:rPr lang="en-US" sz="4000" b="1" dirty="0">
                <a:ea typeface="Calibri Light"/>
                <a:cs typeface="Calibri Light"/>
              </a:rPr>
              <a:t>4.Keyword research </a:t>
            </a:r>
            <a:endParaRPr lang="en-US" sz="4000" b="1" dirty="0"/>
          </a:p>
        </p:txBody>
      </p:sp>
      <p:sp>
        <p:nvSpPr>
          <p:cNvPr id="8" name="Content Placeholder 7">
            <a:extLst>
              <a:ext uri="{FF2B5EF4-FFF2-40B4-BE49-F238E27FC236}">
                <a16:creationId xmlns:a16="http://schemas.microsoft.com/office/drawing/2014/main" id="{EAA616FA-1AB1-C867-CBEB-F307756BBE84}"/>
              </a:ext>
            </a:extLst>
          </p:cNvPr>
          <p:cNvSpPr>
            <a:spLocks noGrp="1"/>
          </p:cNvSpPr>
          <p:nvPr>
            <p:ph idx="1"/>
          </p:nvPr>
        </p:nvSpPr>
        <p:spPr>
          <a:xfrm>
            <a:off x="634021" y="2601111"/>
            <a:ext cx="7225465" cy="3505775"/>
          </a:xfrm>
        </p:spPr>
        <p:txBody>
          <a:bodyPr anchor="t">
            <a:normAutofit/>
          </a:bodyPr>
          <a:lstStyle/>
          <a:p>
            <a:r>
              <a:rPr lang="en-US" sz="2000" dirty="0">
                <a:ea typeface="Calibri"/>
                <a:cs typeface="Calibri"/>
              </a:rPr>
              <a:t>Keywords play a vital role in ranking a website better.</a:t>
            </a:r>
          </a:p>
          <a:p>
            <a:endParaRPr lang="en-US" sz="2000" dirty="0">
              <a:ea typeface="Calibri"/>
              <a:cs typeface="Calibri"/>
            </a:endParaRPr>
          </a:p>
          <a:p>
            <a:r>
              <a:rPr lang="en-US" sz="2000" dirty="0">
                <a:ea typeface="Calibri"/>
                <a:cs typeface="Calibri"/>
              </a:rPr>
              <a:t>Your website shall have focus keywords but never be stuffed with them.</a:t>
            </a:r>
          </a:p>
          <a:p>
            <a:endParaRPr lang="en-US" sz="2000" dirty="0">
              <a:ea typeface="Calibri"/>
              <a:cs typeface="Calibri"/>
            </a:endParaRPr>
          </a:p>
          <a:p>
            <a:r>
              <a:rPr lang="en-US" sz="2000" dirty="0">
                <a:ea typeface="Calibri"/>
                <a:cs typeface="Calibri"/>
              </a:rPr>
              <a:t>There must be a specific ratio maintained between text to keywords.</a:t>
            </a:r>
          </a:p>
          <a:p>
            <a:endParaRPr lang="en-US" sz="2000" dirty="0">
              <a:ea typeface="Calibri"/>
              <a:cs typeface="Calibri"/>
            </a:endParaRPr>
          </a:p>
        </p:txBody>
      </p:sp>
      <p:pic>
        <p:nvPicPr>
          <p:cNvPr id="12" name="Picture 11" descr="A hand holding a magnifying glass&#10;&#10;Description automatically generated">
            <a:extLst>
              <a:ext uri="{FF2B5EF4-FFF2-40B4-BE49-F238E27FC236}">
                <a16:creationId xmlns:a16="http://schemas.microsoft.com/office/drawing/2014/main" id="{5F729A67-DE33-CF27-BAA9-D355952EC4D2}"/>
              </a:ext>
            </a:extLst>
          </p:cNvPr>
          <p:cNvPicPr>
            <a:picLocks noChangeAspect="1"/>
          </p:cNvPicPr>
          <p:nvPr/>
        </p:nvPicPr>
        <p:blipFill rotWithShape="1">
          <a:blip r:embed="rId2">
            <a:extLst>
              <a:ext uri="{28A0092B-C50C-407E-A947-70E740481C1C}">
                <a14:useLocalDpi xmlns:a14="http://schemas.microsoft.com/office/drawing/2010/main" val="0"/>
              </a:ext>
            </a:extLst>
          </a:blip>
          <a:srcRect l="9772" r="11703"/>
          <a:stretch/>
        </p:blipFill>
        <p:spPr>
          <a:xfrm>
            <a:off x="8118136" y="3429000"/>
            <a:ext cx="4068667" cy="2786743"/>
          </a:xfrm>
          <a:prstGeom prst="rect">
            <a:avLst/>
          </a:prstGeom>
        </p:spPr>
      </p:pic>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aphic 2">
            <a:extLst>
              <a:ext uri="{FF2B5EF4-FFF2-40B4-BE49-F238E27FC236}">
                <a16:creationId xmlns:a16="http://schemas.microsoft.com/office/drawing/2014/main" id="{598319A8-AFF5-D85F-2498-4AEB363E1D57}"/>
              </a:ext>
            </a:extLst>
          </p:cNvPr>
          <p:cNvGrpSpPr/>
          <p:nvPr/>
        </p:nvGrpSpPr>
        <p:grpSpPr>
          <a:xfrm>
            <a:off x="11182319" y="171753"/>
            <a:ext cx="664249" cy="660534"/>
            <a:chOff x="728569" y="3306496"/>
            <a:chExt cx="1111000" cy="1104786"/>
          </a:xfrm>
        </p:grpSpPr>
        <p:sp>
          <p:nvSpPr>
            <p:cNvPr id="5" name="Freeform: Shape 4">
              <a:extLst>
                <a:ext uri="{FF2B5EF4-FFF2-40B4-BE49-F238E27FC236}">
                  <a16:creationId xmlns:a16="http://schemas.microsoft.com/office/drawing/2014/main" id="{A129F93C-904E-AF0D-45F3-344490627793}"/>
                </a:ext>
              </a:extLst>
            </p:cNvPr>
            <p:cNvSpPr/>
            <p:nvPr/>
          </p:nvSpPr>
          <p:spPr>
            <a:xfrm>
              <a:off x="728569" y="3306496"/>
              <a:ext cx="1111000" cy="1104786"/>
            </a:xfrm>
            <a:custGeom>
              <a:avLst/>
              <a:gdLst>
                <a:gd name="connsiteX0" fmla="*/ 855783 w 1111000"/>
                <a:gd name="connsiteY0" fmla="*/ 1 h 1104786"/>
                <a:gd name="connsiteX1" fmla="*/ 1111002 w 1111000"/>
                <a:gd name="connsiteY1" fmla="*/ 1 h 1104786"/>
                <a:gd name="connsiteX2" fmla="*/ 1111002 w 1111000"/>
                <a:gd name="connsiteY2" fmla="*/ 1104788 h 1104786"/>
                <a:gd name="connsiteX3" fmla="*/ 855783 w 1111000"/>
                <a:gd name="connsiteY3" fmla="*/ 1104788 h 1104786"/>
                <a:gd name="connsiteX4" fmla="*/ 255220 w 1111000"/>
                <a:gd name="connsiteY4" fmla="*/ 1104788 h 1104786"/>
                <a:gd name="connsiteX5" fmla="*/ 1 w 1111000"/>
                <a:gd name="connsiteY5" fmla="*/ 1104788 h 1104786"/>
                <a:gd name="connsiteX6" fmla="*/ 1 w 1111000"/>
                <a:gd name="connsiteY6" fmla="*/ 1 h 1104786"/>
                <a:gd name="connsiteX7" fmla="*/ 255220 w 1111000"/>
                <a:gd name="connsiteY7" fmla="*/ 1 h 110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000" h="1104786">
                  <a:moveTo>
                    <a:pt x="855783" y="1"/>
                  </a:moveTo>
                  <a:cubicBezTo>
                    <a:pt x="996736" y="1"/>
                    <a:pt x="1111002" y="1"/>
                    <a:pt x="1111002" y="1"/>
                  </a:cubicBezTo>
                  <a:lnTo>
                    <a:pt x="1111002" y="1104788"/>
                  </a:lnTo>
                  <a:cubicBezTo>
                    <a:pt x="1111002" y="1104788"/>
                    <a:pt x="996736" y="1104788"/>
                    <a:pt x="855783" y="1104788"/>
                  </a:cubicBezTo>
                  <a:lnTo>
                    <a:pt x="255220" y="1104788"/>
                  </a:lnTo>
                  <a:cubicBezTo>
                    <a:pt x="114267" y="1104788"/>
                    <a:pt x="1" y="1104788"/>
                    <a:pt x="1" y="1104788"/>
                  </a:cubicBezTo>
                  <a:lnTo>
                    <a:pt x="1" y="1"/>
                  </a:lnTo>
                  <a:cubicBezTo>
                    <a:pt x="1" y="1"/>
                    <a:pt x="114267" y="1"/>
                    <a:pt x="255220" y="1"/>
                  </a:cubicBezTo>
                  <a:close/>
                </a:path>
              </a:pathLst>
            </a:custGeom>
            <a:solidFill>
              <a:srgbClr val="00BCD4"/>
            </a:solidFill>
            <a:ln w="50950" cap="flat">
              <a:solidFill>
                <a:srgbClr val="FFFFFF"/>
              </a:solidFill>
              <a:prstDash val="solid"/>
              <a:miter/>
            </a:ln>
          </p:spPr>
          <p:txBody>
            <a:bodyPr rtlCol="0" anchor="ctr"/>
            <a:lstStyle/>
            <a:p>
              <a:endParaRPr lang="en-PK"/>
            </a:p>
          </p:txBody>
        </p:sp>
        <p:sp>
          <p:nvSpPr>
            <p:cNvPr id="6" name="Freeform: Shape 5">
              <a:extLst>
                <a:ext uri="{FF2B5EF4-FFF2-40B4-BE49-F238E27FC236}">
                  <a16:creationId xmlns:a16="http://schemas.microsoft.com/office/drawing/2014/main" id="{7F100A68-AFDF-3320-6F34-2A284E9B4B81}"/>
                </a:ext>
              </a:extLst>
            </p:cNvPr>
            <p:cNvSpPr/>
            <p:nvPr/>
          </p:nvSpPr>
          <p:spPr>
            <a:xfrm>
              <a:off x="1047203" y="3820475"/>
              <a:ext cx="472831" cy="317355"/>
            </a:xfrm>
            <a:custGeom>
              <a:avLst/>
              <a:gdLst>
                <a:gd name="connsiteX0" fmla="*/ 407337 w 472831"/>
                <a:gd name="connsiteY0" fmla="*/ 95472 h 317355"/>
                <a:gd name="connsiteX1" fmla="*/ 384881 w 472831"/>
                <a:gd name="connsiteY1" fmla="*/ 175230 h 317355"/>
                <a:gd name="connsiteX2" fmla="*/ 409721 w 472831"/>
                <a:gd name="connsiteY2" fmla="*/ 317235 h 317355"/>
                <a:gd name="connsiteX3" fmla="*/ 281261 w 472831"/>
                <a:gd name="connsiteY3" fmla="*/ 250319 h 317355"/>
                <a:gd name="connsiteX4" fmla="*/ 236174 w 472831"/>
                <a:gd name="connsiteY4" fmla="*/ 239287 h 317355"/>
                <a:gd name="connsiteX5" fmla="*/ 202485 w 472831"/>
                <a:gd name="connsiteY5" fmla="*/ 245378 h 317355"/>
                <a:gd name="connsiteX6" fmla="*/ 191083 w 472831"/>
                <a:gd name="connsiteY6" fmla="*/ 250302 h 317355"/>
                <a:gd name="connsiteX7" fmla="*/ 61263 w 472831"/>
                <a:gd name="connsiteY7" fmla="*/ 317742 h 317355"/>
                <a:gd name="connsiteX8" fmla="*/ 87973 w 472831"/>
                <a:gd name="connsiteY8" fmla="*/ 169647 h 317355"/>
                <a:gd name="connsiteX9" fmla="*/ 63644 w 472831"/>
                <a:gd name="connsiteY9" fmla="*/ 94948 h 317355"/>
                <a:gd name="connsiteX10" fmla="*/ -2201 w 472831"/>
                <a:gd name="connsiteY10" fmla="*/ 31145 h 317355"/>
                <a:gd name="connsiteX11" fmla="*/ -2201 w 472831"/>
                <a:gd name="connsiteY11" fmla="*/ 28285 h 317355"/>
                <a:gd name="connsiteX12" fmla="*/ 235492 w 472831"/>
                <a:gd name="connsiteY12" fmla="*/ 28285 h 317355"/>
                <a:gd name="connsiteX13" fmla="*/ 470631 w 472831"/>
                <a:gd name="connsiteY13" fmla="*/ 33209 h 317355"/>
                <a:gd name="connsiteX14" fmla="*/ 412613 w 472831"/>
                <a:gd name="connsiteY14" fmla="*/ 89753 h 317355"/>
                <a:gd name="connsiteX15" fmla="*/ 407678 w 472831"/>
                <a:gd name="connsiteY15" fmla="*/ 95202 h 31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2831" h="317355">
                  <a:moveTo>
                    <a:pt x="407337" y="95472"/>
                  </a:moveTo>
                  <a:cubicBezTo>
                    <a:pt x="388113" y="117332"/>
                    <a:pt x="379946" y="146636"/>
                    <a:pt x="384881" y="175230"/>
                  </a:cubicBezTo>
                  <a:lnTo>
                    <a:pt x="409721" y="317235"/>
                  </a:lnTo>
                  <a:lnTo>
                    <a:pt x="281261" y="250319"/>
                  </a:lnTo>
                  <a:cubicBezTo>
                    <a:pt x="267307" y="243128"/>
                    <a:pt x="251826" y="239355"/>
                    <a:pt x="236174" y="239287"/>
                  </a:cubicBezTo>
                  <a:cubicBezTo>
                    <a:pt x="224601" y="239287"/>
                    <a:pt x="213202" y="241351"/>
                    <a:pt x="202485" y="245378"/>
                  </a:cubicBezTo>
                  <a:cubicBezTo>
                    <a:pt x="198568" y="246749"/>
                    <a:pt x="194825" y="248390"/>
                    <a:pt x="191083" y="250302"/>
                  </a:cubicBezTo>
                  <a:lnTo>
                    <a:pt x="61263" y="317742"/>
                  </a:lnTo>
                  <a:lnTo>
                    <a:pt x="87973" y="169647"/>
                  </a:lnTo>
                  <a:cubicBezTo>
                    <a:pt x="92908" y="142288"/>
                    <a:pt x="83720" y="114269"/>
                    <a:pt x="63644" y="94948"/>
                  </a:cubicBezTo>
                  <a:lnTo>
                    <a:pt x="-2201" y="31145"/>
                  </a:lnTo>
                  <a:lnTo>
                    <a:pt x="-2201" y="28285"/>
                  </a:lnTo>
                  <a:cubicBezTo>
                    <a:pt x="-2201" y="28285"/>
                    <a:pt x="126767" y="-34486"/>
                    <a:pt x="235492" y="28285"/>
                  </a:cubicBezTo>
                  <a:cubicBezTo>
                    <a:pt x="340130" y="88450"/>
                    <a:pt x="461106" y="37371"/>
                    <a:pt x="470631" y="33209"/>
                  </a:cubicBezTo>
                  <a:lnTo>
                    <a:pt x="412613" y="89753"/>
                  </a:lnTo>
                  <a:cubicBezTo>
                    <a:pt x="410914" y="91412"/>
                    <a:pt x="409210" y="93239"/>
                    <a:pt x="407678" y="95202"/>
                  </a:cubicBezTo>
                  <a:close/>
                </a:path>
              </a:pathLst>
            </a:custGeom>
            <a:solidFill>
              <a:srgbClr val="FFD217"/>
            </a:solidFill>
            <a:ln w="16983" cap="flat">
              <a:noFill/>
              <a:prstDash val="solid"/>
              <a:miter/>
            </a:ln>
          </p:spPr>
          <p:txBody>
            <a:bodyPr rtlCol="0" anchor="ctr"/>
            <a:lstStyle/>
            <a:p>
              <a:endParaRPr lang="en-PK"/>
            </a:p>
          </p:txBody>
        </p:sp>
        <p:sp>
          <p:nvSpPr>
            <p:cNvPr id="7" name="Freeform: Shape 6">
              <a:extLst>
                <a:ext uri="{FF2B5EF4-FFF2-40B4-BE49-F238E27FC236}">
                  <a16:creationId xmlns:a16="http://schemas.microsoft.com/office/drawing/2014/main" id="{8EC253CC-382B-03C2-0153-D14EDB897124}"/>
                </a:ext>
              </a:extLst>
            </p:cNvPr>
            <p:cNvSpPr/>
            <p:nvPr/>
          </p:nvSpPr>
          <p:spPr>
            <a:xfrm>
              <a:off x="875756" y="3441863"/>
              <a:ext cx="816339" cy="812914"/>
            </a:xfrm>
            <a:custGeom>
              <a:avLst/>
              <a:gdLst>
                <a:gd name="connsiteX0" fmla="*/ 799392 w 816339"/>
                <a:gd name="connsiteY0" fmla="*/ 379015 h 812914"/>
                <a:gd name="connsiteX1" fmla="*/ 650174 w 816339"/>
                <a:gd name="connsiteY1" fmla="*/ 524134 h 812914"/>
                <a:gd name="connsiteX2" fmla="*/ 641496 w 816339"/>
                <a:gd name="connsiteY2" fmla="*/ 550984 h 812914"/>
                <a:gd name="connsiteX3" fmla="*/ 677058 w 816339"/>
                <a:gd name="connsiteY3" fmla="*/ 755506 h 812914"/>
                <a:gd name="connsiteX4" fmla="*/ 666341 w 816339"/>
                <a:gd name="connsiteY4" fmla="*/ 795182 h 812914"/>
                <a:gd name="connsiteX5" fmla="*/ 628565 w 816339"/>
                <a:gd name="connsiteY5" fmla="*/ 812812 h 812914"/>
                <a:gd name="connsiteX6" fmla="*/ 605768 w 816339"/>
                <a:gd name="connsiteY6" fmla="*/ 807110 h 812914"/>
                <a:gd name="connsiteX7" fmla="*/ 420647 w 816339"/>
                <a:gd name="connsiteY7" fmla="*/ 710670 h 812914"/>
                <a:gd name="connsiteX8" fmla="*/ 406358 w 816339"/>
                <a:gd name="connsiteY8" fmla="*/ 707168 h 812914"/>
                <a:gd name="connsiteX9" fmla="*/ 392234 w 816339"/>
                <a:gd name="connsiteY9" fmla="*/ 710670 h 812914"/>
                <a:gd name="connsiteX10" fmla="*/ 205244 w 816339"/>
                <a:gd name="connsiteY10" fmla="*/ 807804 h 812914"/>
                <a:gd name="connsiteX11" fmla="*/ 182443 w 816339"/>
                <a:gd name="connsiteY11" fmla="*/ 813370 h 812914"/>
                <a:gd name="connsiteX12" fmla="*/ 144672 w 816339"/>
                <a:gd name="connsiteY12" fmla="*/ 795605 h 812914"/>
                <a:gd name="connsiteX13" fmla="*/ 134125 w 816339"/>
                <a:gd name="connsiteY13" fmla="*/ 755659 h 812914"/>
                <a:gd name="connsiteX14" fmla="*/ 171045 w 816339"/>
                <a:gd name="connsiteY14" fmla="*/ 551526 h 812914"/>
                <a:gd name="connsiteX15" fmla="*/ 162197 w 816339"/>
                <a:gd name="connsiteY15" fmla="*/ 524455 h 812914"/>
                <a:gd name="connsiteX16" fmla="*/ 12809 w 816339"/>
                <a:gd name="connsiteY16" fmla="*/ 380115 h 812914"/>
                <a:gd name="connsiteX17" fmla="*/ 218 w 816339"/>
                <a:gd name="connsiteY17" fmla="*/ 329932 h 812914"/>
                <a:gd name="connsiteX18" fmla="*/ 39863 w 816339"/>
                <a:gd name="connsiteY18" fmla="*/ 296601 h 812914"/>
                <a:gd name="connsiteX19" fmla="*/ 246589 w 816339"/>
                <a:gd name="connsiteY19" fmla="*/ 266383 h 812914"/>
                <a:gd name="connsiteX20" fmla="*/ 269390 w 816339"/>
                <a:gd name="connsiteY20" fmla="*/ 249904 h 812914"/>
                <a:gd name="connsiteX21" fmla="*/ 309371 w 816339"/>
                <a:gd name="connsiteY21" fmla="*/ 169266 h 812914"/>
                <a:gd name="connsiteX22" fmla="*/ 323324 w 816339"/>
                <a:gd name="connsiteY22" fmla="*/ 110048 h 812914"/>
                <a:gd name="connsiteX23" fmla="*/ 323324 w 816339"/>
                <a:gd name="connsiteY23" fmla="*/ 74906 h 812914"/>
                <a:gd name="connsiteX24" fmla="*/ 315328 w 816339"/>
                <a:gd name="connsiteY24" fmla="*/ 74906 h 812914"/>
                <a:gd name="connsiteX25" fmla="*/ 275513 w 816339"/>
                <a:gd name="connsiteY25" fmla="*/ 36601 h 812914"/>
                <a:gd name="connsiteX26" fmla="*/ 275513 w 816339"/>
                <a:gd name="connsiteY26" fmla="*/ 35382 h 812914"/>
                <a:gd name="connsiteX27" fmla="*/ 286404 w 816339"/>
                <a:gd name="connsiteY27" fmla="*/ 11357 h 812914"/>
                <a:gd name="connsiteX28" fmla="*/ 312948 w 816339"/>
                <a:gd name="connsiteY28" fmla="*/ 460 h 812914"/>
                <a:gd name="connsiteX29" fmla="*/ 496702 w 816339"/>
                <a:gd name="connsiteY29" fmla="*/ 460 h 812914"/>
                <a:gd name="connsiteX30" fmla="*/ 536518 w 816339"/>
                <a:gd name="connsiteY30" fmla="*/ 38766 h 812914"/>
                <a:gd name="connsiteX31" fmla="*/ 536518 w 816339"/>
                <a:gd name="connsiteY31" fmla="*/ 39984 h 812914"/>
                <a:gd name="connsiteX32" fmla="*/ 525630 w 816339"/>
                <a:gd name="connsiteY32" fmla="*/ 63993 h 812914"/>
                <a:gd name="connsiteX33" fmla="*/ 499257 w 816339"/>
                <a:gd name="connsiteY33" fmla="*/ 74889 h 812914"/>
                <a:gd name="connsiteX34" fmla="*/ 488876 w 816339"/>
                <a:gd name="connsiteY34" fmla="*/ 74889 h 812914"/>
                <a:gd name="connsiteX35" fmla="*/ 488876 w 816339"/>
                <a:gd name="connsiteY35" fmla="*/ 110420 h 812914"/>
                <a:gd name="connsiteX36" fmla="*/ 502829 w 816339"/>
                <a:gd name="connsiteY36" fmla="*/ 169925 h 812914"/>
                <a:gd name="connsiteX37" fmla="*/ 542474 w 816339"/>
                <a:gd name="connsiteY37" fmla="*/ 249447 h 812914"/>
                <a:gd name="connsiteX38" fmla="*/ 565441 w 816339"/>
                <a:gd name="connsiteY38" fmla="*/ 266044 h 812914"/>
                <a:gd name="connsiteX39" fmla="*/ 772001 w 816339"/>
                <a:gd name="connsiteY39" fmla="*/ 295620 h 812914"/>
                <a:gd name="connsiteX40" fmla="*/ 811642 w 816339"/>
                <a:gd name="connsiteY40" fmla="*/ 328816 h 812914"/>
                <a:gd name="connsiteX41" fmla="*/ 799392 w 816339"/>
                <a:gd name="connsiteY41" fmla="*/ 379015 h 812914"/>
                <a:gd name="connsiteX42" fmla="*/ 596239 w 816339"/>
                <a:gd name="connsiteY42" fmla="*/ 491530 h 812914"/>
                <a:gd name="connsiteX43" fmla="*/ 739500 w 816339"/>
                <a:gd name="connsiteY43" fmla="*/ 352249 h 812914"/>
                <a:gd name="connsiteX44" fmla="*/ 541112 w 816339"/>
                <a:gd name="connsiteY44" fmla="*/ 323977 h 812914"/>
                <a:gd name="connsiteX45" fmla="*/ 494833 w 816339"/>
                <a:gd name="connsiteY45" fmla="*/ 290510 h 812914"/>
                <a:gd name="connsiteX46" fmla="*/ 438002 w 816339"/>
                <a:gd name="connsiteY46" fmla="*/ 176507 h 812914"/>
                <a:gd name="connsiteX47" fmla="*/ 423883 w 816339"/>
                <a:gd name="connsiteY47" fmla="*/ 116968 h 812914"/>
                <a:gd name="connsiteX48" fmla="*/ 423883 w 816339"/>
                <a:gd name="connsiteY48" fmla="*/ 83670 h 812914"/>
                <a:gd name="connsiteX49" fmla="*/ 415035 w 816339"/>
                <a:gd name="connsiteY49" fmla="*/ 74838 h 812914"/>
                <a:gd name="connsiteX50" fmla="*/ 396829 w 816339"/>
                <a:gd name="connsiteY50" fmla="*/ 74838 h 812914"/>
                <a:gd name="connsiteX51" fmla="*/ 387981 w 816339"/>
                <a:gd name="connsiteY51" fmla="*/ 83670 h 812914"/>
                <a:gd name="connsiteX52" fmla="*/ 387981 w 816339"/>
                <a:gd name="connsiteY52" fmla="*/ 117120 h 812914"/>
                <a:gd name="connsiteX53" fmla="*/ 374028 w 816339"/>
                <a:gd name="connsiteY53" fmla="*/ 176338 h 812914"/>
                <a:gd name="connsiteX54" fmla="*/ 317372 w 816339"/>
                <a:gd name="connsiteY54" fmla="*/ 290713 h 812914"/>
                <a:gd name="connsiteX55" fmla="*/ 271089 w 816339"/>
                <a:gd name="connsiteY55" fmla="*/ 324298 h 812914"/>
                <a:gd name="connsiteX56" fmla="*/ 72700 w 816339"/>
                <a:gd name="connsiteY56" fmla="*/ 353213 h 812914"/>
                <a:gd name="connsiteX57" fmla="*/ 221067 w 816339"/>
                <a:gd name="connsiteY57" fmla="*/ 496521 h 812914"/>
                <a:gd name="connsiteX58" fmla="*/ 235190 w 816339"/>
                <a:gd name="connsiteY58" fmla="*/ 540224 h 812914"/>
                <a:gd name="connsiteX59" fmla="*/ 198606 w 816339"/>
                <a:gd name="connsiteY59" fmla="*/ 742664 h 812914"/>
                <a:gd name="connsiteX60" fmla="*/ 378111 w 816339"/>
                <a:gd name="connsiteY60" fmla="*/ 649608 h 812914"/>
                <a:gd name="connsiteX61" fmla="*/ 406528 w 816339"/>
                <a:gd name="connsiteY61" fmla="*/ 642603 h 812914"/>
                <a:gd name="connsiteX62" fmla="*/ 435111 w 816339"/>
                <a:gd name="connsiteY62" fmla="*/ 649608 h 812914"/>
                <a:gd name="connsiteX63" fmla="*/ 612742 w 816339"/>
                <a:gd name="connsiteY63" fmla="*/ 742207 h 812914"/>
                <a:gd name="connsiteX64" fmla="*/ 578543 w 816339"/>
                <a:gd name="connsiteY64" fmla="*/ 545942 h 812914"/>
                <a:gd name="connsiteX65" fmla="*/ 596239 w 816339"/>
                <a:gd name="connsiteY65" fmla="*/ 491530 h 81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816339" h="812914">
                  <a:moveTo>
                    <a:pt x="799392" y="379015"/>
                  </a:moveTo>
                  <a:lnTo>
                    <a:pt x="650174" y="524134"/>
                  </a:lnTo>
                  <a:cubicBezTo>
                    <a:pt x="643029" y="531121"/>
                    <a:pt x="639797" y="541154"/>
                    <a:pt x="641496" y="550984"/>
                  </a:cubicBezTo>
                  <a:lnTo>
                    <a:pt x="677058" y="755506"/>
                  </a:lnTo>
                  <a:cubicBezTo>
                    <a:pt x="679609" y="769651"/>
                    <a:pt x="675695" y="784201"/>
                    <a:pt x="666341" y="795182"/>
                  </a:cubicBezTo>
                  <a:cubicBezTo>
                    <a:pt x="656982" y="806332"/>
                    <a:pt x="643199" y="812795"/>
                    <a:pt x="628565" y="812812"/>
                  </a:cubicBezTo>
                  <a:cubicBezTo>
                    <a:pt x="620568" y="812795"/>
                    <a:pt x="612742" y="810850"/>
                    <a:pt x="605768" y="807110"/>
                  </a:cubicBezTo>
                  <a:lnTo>
                    <a:pt x="420647" y="710670"/>
                  </a:lnTo>
                  <a:cubicBezTo>
                    <a:pt x="416223" y="708352"/>
                    <a:pt x="411288" y="707151"/>
                    <a:pt x="406358" y="707168"/>
                  </a:cubicBezTo>
                  <a:cubicBezTo>
                    <a:pt x="401423" y="707168"/>
                    <a:pt x="396658" y="708369"/>
                    <a:pt x="392234" y="710670"/>
                  </a:cubicBezTo>
                  <a:lnTo>
                    <a:pt x="205244" y="807804"/>
                  </a:lnTo>
                  <a:cubicBezTo>
                    <a:pt x="198270" y="811442"/>
                    <a:pt x="190440" y="813337"/>
                    <a:pt x="182443" y="813370"/>
                  </a:cubicBezTo>
                  <a:cubicBezTo>
                    <a:pt x="167813" y="813303"/>
                    <a:pt x="154030" y="806806"/>
                    <a:pt x="144672" y="795605"/>
                  </a:cubicBezTo>
                  <a:cubicBezTo>
                    <a:pt x="135313" y="784540"/>
                    <a:pt x="131400" y="769871"/>
                    <a:pt x="134125" y="755659"/>
                  </a:cubicBezTo>
                  <a:lnTo>
                    <a:pt x="171045" y="551526"/>
                  </a:lnTo>
                  <a:cubicBezTo>
                    <a:pt x="172748" y="541628"/>
                    <a:pt x="169512" y="531476"/>
                    <a:pt x="162197" y="524455"/>
                  </a:cubicBezTo>
                  <a:lnTo>
                    <a:pt x="12809" y="380115"/>
                  </a:lnTo>
                  <a:cubicBezTo>
                    <a:pt x="-634" y="367138"/>
                    <a:pt x="-5568" y="347664"/>
                    <a:pt x="218" y="329932"/>
                  </a:cubicBezTo>
                  <a:cubicBezTo>
                    <a:pt x="6004" y="312184"/>
                    <a:pt x="21316" y="299240"/>
                    <a:pt x="39863" y="296601"/>
                  </a:cubicBezTo>
                  <a:lnTo>
                    <a:pt x="246589" y="266383"/>
                  </a:lnTo>
                  <a:cubicBezTo>
                    <a:pt x="256458" y="264945"/>
                    <a:pt x="264966" y="258786"/>
                    <a:pt x="269390" y="249904"/>
                  </a:cubicBezTo>
                  <a:lnTo>
                    <a:pt x="309371" y="169266"/>
                  </a:lnTo>
                  <a:cubicBezTo>
                    <a:pt x="318560" y="150840"/>
                    <a:pt x="323324" y="130588"/>
                    <a:pt x="323324" y="110048"/>
                  </a:cubicBezTo>
                  <a:lnTo>
                    <a:pt x="323324" y="74906"/>
                  </a:lnTo>
                  <a:lnTo>
                    <a:pt x="315328" y="74906"/>
                  </a:lnTo>
                  <a:cubicBezTo>
                    <a:pt x="293719" y="75227"/>
                    <a:pt x="275853" y="58088"/>
                    <a:pt x="275513" y="36601"/>
                  </a:cubicBezTo>
                  <a:cubicBezTo>
                    <a:pt x="275513" y="36194"/>
                    <a:pt x="275513" y="35788"/>
                    <a:pt x="275513" y="35382"/>
                  </a:cubicBezTo>
                  <a:cubicBezTo>
                    <a:pt x="276023" y="26314"/>
                    <a:pt x="279937" y="17769"/>
                    <a:pt x="286404" y="11357"/>
                  </a:cubicBezTo>
                  <a:cubicBezTo>
                    <a:pt x="293379" y="4369"/>
                    <a:pt x="302908" y="460"/>
                    <a:pt x="312948" y="460"/>
                  </a:cubicBezTo>
                  <a:lnTo>
                    <a:pt x="496702" y="460"/>
                  </a:lnTo>
                  <a:cubicBezTo>
                    <a:pt x="518311" y="122"/>
                    <a:pt x="536177" y="17279"/>
                    <a:pt x="536518" y="38766"/>
                  </a:cubicBezTo>
                  <a:cubicBezTo>
                    <a:pt x="536518" y="39172"/>
                    <a:pt x="536518" y="39578"/>
                    <a:pt x="536518" y="39984"/>
                  </a:cubicBezTo>
                  <a:cubicBezTo>
                    <a:pt x="535836" y="49036"/>
                    <a:pt x="532094" y="57581"/>
                    <a:pt x="525630" y="63993"/>
                  </a:cubicBezTo>
                  <a:cubicBezTo>
                    <a:pt x="518651" y="70981"/>
                    <a:pt x="509122" y="74906"/>
                    <a:pt x="499257" y="74889"/>
                  </a:cubicBezTo>
                  <a:lnTo>
                    <a:pt x="488876" y="74889"/>
                  </a:lnTo>
                  <a:lnTo>
                    <a:pt x="488876" y="110420"/>
                  </a:lnTo>
                  <a:cubicBezTo>
                    <a:pt x="488876" y="131061"/>
                    <a:pt x="493640" y="151432"/>
                    <a:pt x="502829" y="169925"/>
                  </a:cubicBezTo>
                  <a:lnTo>
                    <a:pt x="542474" y="249447"/>
                  </a:lnTo>
                  <a:cubicBezTo>
                    <a:pt x="546898" y="258397"/>
                    <a:pt x="555406" y="264606"/>
                    <a:pt x="565441" y="266044"/>
                  </a:cubicBezTo>
                  <a:lnTo>
                    <a:pt x="772001" y="295620"/>
                  </a:lnTo>
                  <a:cubicBezTo>
                    <a:pt x="790544" y="298192"/>
                    <a:pt x="806030" y="311084"/>
                    <a:pt x="811642" y="328816"/>
                  </a:cubicBezTo>
                  <a:cubicBezTo>
                    <a:pt x="817598" y="346513"/>
                    <a:pt x="812834" y="366055"/>
                    <a:pt x="799392" y="379015"/>
                  </a:cubicBezTo>
                  <a:close/>
                  <a:moveTo>
                    <a:pt x="596239" y="491530"/>
                  </a:moveTo>
                  <a:lnTo>
                    <a:pt x="739500" y="352249"/>
                  </a:lnTo>
                  <a:lnTo>
                    <a:pt x="541112" y="323977"/>
                  </a:lnTo>
                  <a:cubicBezTo>
                    <a:pt x="521206" y="321049"/>
                    <a:pt x="503851" y="308546"/>
                    <a:pt x="494833" y="290510"/>
                  </a:cubicBezTo>
                  <a:lnTo>
                    <a:pt x="438002" y="176507"/>
                  </a:lnTo>
                  <a:cubicBezTo>
                    <a:pt x="428814" y="157997"/>
                    <a:pt x="423883" y="137626"/>
                    <a:pt x="423883" y="116968"/>
                  </a:cubicBezTo>
                  <a:lnTo>
                    <a:pt x="423883" y="83670"/>
                  </a:lnTo>
                  <a:cubicBezTo>
                    <a:pt x="423883" y="78797"/>
                    <a:pt x="419966" y="74838"/>
                    <a:pt x="415035" y="74838"/>
                  </a:cubicBezTo>
                  <a:lnTo>
                    <a:pt x="396829" y="74838"/>
                  </a:lnTo>
                  <a:cubicBezTo>
                    <a:pt x="391894" y="74838"/>
                    <a:pt x="387981" y="78797"/>
                    <a:pt x="387981" y="83670"/>
                  </a:cubicBezTo>
                  <a:lnTo>
                    <a:pt x="387981" y="117120"/>
                  </a:lnTo>
                  <a:cubicBezTo>
                    <a:pt x="387981" y="137660"/>
                    <a:pt x="383216" y="157913"/>
                    <a:pt x="374028" y="176338"/>
                  </a:cubicBezTo>
                  <a:lnTo>
                    <a:pt x="317372" y="290713"/>
                  </a:lnTo>
                  <a:cubicBezTo>
                    <a:pt x="308354" y="308749"/>
                    <a:pt x="291169" y="321269"/>
                    <a:pt x="271089" y="324298"/>
                  </a:cubicBezTo>
                  <a:lnTo>
                    <a:pt x="72700" y="353213"/>
                  </a:lnTo>
                  <a:lnTo>
                    <a:pt x="221067" y="496521"/>
                  </a:lnTo>
                  <a:cubicBezTo>
                    <a:pt x="232806" y="507823"/>
                    <a:pt x="238081" y="524218"/>
                    <a:pt x="235190" y="540224"/>
                  </a:cubicBezTo>
                  <a:lnTo>
                    <a:pt x="198606" y="742664"/>
                  </a:lnTo>
                  <a:lnTo>
                    <a:pt x="378111" y="649608"/>
                  </a:lnTo>
                  <a:cubicBezTo>
                    <a:pt x="386788" y="645023"/>
                    <a:pt x="396658" y="642620"/>
                    <a:pt x="406528" y="642603"/>
                  </a:cubicBezTo>
                  <a:cubicBezTo>
                    <a:pt x="416564" y="642620"/>
                    <a:pt x="426434" y="645023"/>
                    <a:pt x="435111" y="649608"/>
                  </a:cubicBezTo>
                  <a:lnTo>
                    <a:pt x="612742" y="742207"/>
                  </a:lnTo>
                  <a:lnTo>
                    <a:pt x="578543" y="545942"/>
                  </a:lnTo>
                  <a:cubicBezTo>
                    <a:pt x="574971" y="526011"/>
                    <a:pt x="581604" y="505657"/>
                    <a:pt x="596239" y="491530"/>
                  </a:cubicBezTo>
                  <a:close/>
                </a:path>
              </a:pathLst>
            </a:custGeom>
            <a:solidFill>
              <a:srgbClr val="FFFFFF"/>
            </a:solidFill>
            <a:ln w="16983" cap="flat">
              <a:noFill/>
              <a:prstDash val="solid"/>
              <a:miter/>
            </a:ln>
          </p:spPr>
          <p:txBody>
            <a:bodyPr rtlCol="0" anchor="ctr"/>
            <a:lstStyle/>
            <a:p>
              <a:endParaRPr lang="en-PK" dirty="0"/>
            </a:p>
          </p:txBody>
        </p:sp>
        <p:sp>
          <p:nvSpPr>
            <p:cNvPr id="9" name="Freeform: Shape 8">
              <a:extLst>
                <a:ext uri="{FF2B5EF4-FFF2-40B4-BE49-F238E27FC236}">
                  <a16:creationId xmlns:a16="http://schemas.microsoft.com/office/drawing/2014/main" id="{06E97BCE-757E-E3CB-C2AD-440E3B3A4DFB}"/>
                </a:ext>
              </a:extLst>
            </p:cNvPr>
            <p:cNvSpPr/>
            <p:nvPr/>
          </p:nvSpPr>
          <p:spPr>
            <a:xfrm>
              <a:off x="1110512" y="3853314"/>
              <a:ext cx="409541" cy="284533"/>
            </a:xfrm>
            <a:custGeom>
              <a:avLst/>
              <a:gdLst>
                <a:gd name="connsiteX0" fmla="*/ 344036 w 409541"/>
                <a:gd name="connsiteY0" fmla="*/ 62644 h 284533"/>
                <a:gd name="connsiteX1" fmla="*/ 321576 w 409541"/>
                <a:gd name="connsiteY1" fmla="*/ 142402 h 284533"/>
                <a:gd name="connsiteX2" fmla="*/ 346416 w 409541"/>
                <a:gd name="connsiteY2" fmla="*/ 284407 h 284533"/>
                <a:gd name="connsiteX3" fmla="*/ 217955 w 409541"/>
                <a:gd name="connsiteY3" fmla="*/ 217491 h 284533"/>
                <a:gd name="connsiteX4" fmla="*/ 172698 w 409541"/>
                <a:gd name="connsiteY4" fmla="*/ 206459 h 284533"/>
                <a:gd name="connsiteX5" fmla="*/ 139180 w 409541"/>
                <a:gd name="connsiteY5" fmla="*/ 212550 h 284533"/>
                <a:gd name="connsiteX6" fmla="*/ 127777 w 409541"/>
                <a:gd name="connsiteY6" fmla="*/ 217474 h 284533"/>
                <a:gd name="connsiteX7" fmla="*/ -2212 w 409541"/>
                <a:gd name="connsiteY7" fmla="*/ 284914 h 284533"/>
                <a:gd name="connsiteX8" fmla="*/ 407330 w 409541"/>
                <a:gd name="connsiteY8" fmla="*/ 381 h 284533"/>
                <a:gd name="connsiteX9" fmla="*/ 349307 w 409541"/>
                <a:gd name="connsiteY9" fmla="*/ 56925 h 284533"/>
                <a:gd name="connsiteX10" fmla="*/ 344377 w 409541"/>
                <a:gd name="connsiteY10" fmla="*/ 62374 h 28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9541" h="284533">
                  <a:moveTo>
                    <a:pt x="344036" y="62644"/>
                  </a:moveTo>
                  <a:cubicBezTo>
                    <a:pt x="324807" y="84504"/>
                    <a:pt x="316641" y="113808"/>
                    <a:pt x="321576" y="142402"/>
                  </a:cubicBezTo>
                  <a:lnTo>
                    <a:pt x="346416" y="284407"/>
                  </a:lnTo>
                  <a:lnTo>
                    <a:pt x="217955" y="217491"/>
                  </a:lnTo>
                  <a:cubicBezTo>
                    <a:pt x="204006" y="210300"/>
                    <a:pt x="188521" y="206527"/>
                    <a:pt x="172698" y="206459"/>
                  </a:cubicBezTo>
                  <a:cubicBezTo>
                    <a:pt x="161300" y="206459"/>
                    <a:pt x="149897" y="208523"/>
                    <a:pt x="139180" y="212550"/>
                  </a:cubicBezTo>
                  <a:cubicBezTo>
                    <a:pt x="135267" y="213920"/>
                    <a:pt x="131524" y="215562"/>
                    <a:pt x="127777" y="217474"/>
                  </a:cubicBezTo>
                  <a:lnTo>
                    <a:pt x="-2212" y="284914"/>
                  </a:lnTo>
                  <a:lnTo>
                    <a:pt x="407330" y="381"/>
                  </a:lnTo>
                  <a:lnTo>
                    <a:pt x="349307" y="56925"/>
                  </a:lnTo>
                  <a:cubicBezTo>
                    <a:pt x="347438" y="58583"/>
                    <a:pt x="345905" y="60411"/>
                    <a:pt x="344377" y="62374"/>
                  </a:cubicBezTo>
                  <a:close/>
                </a:path>
              </a:pathLst>
            </a:custGeom>
            <a:solidFill>
              <a:srgbClr val="FFFFFF">
                <a:alpha val="30000"/>
              </a:srgbClr>
            </a:solidFill>
            <a:ln w="16983" cap="flat">
              <a:noFill/>
              <a:prstDash val="solid"/>
              <a:miter/>
            </a:ln>
          </p:spPr>
          <p:txBody>
            <a:bodyPr rtlCol="0" anchor="ctr"/>
            <a:lstStyle/>
            <a:p>
              <a:endParaRPr lang="en-PK"/>
            </a:p>
          </p:txBody>
        </p:sp>
      </p:grpSp>
    </p:spTree>
    <p:extLst>
      <p:ext uri="{BB962C8B-B14F-4D97-AF65-F5344CB8AC3E}">
        <p14:creationId xmlns:p14="http://schemas.microsoft.com/office/powerpoint/2010/main" val="2786142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green arrow pointing up to a graph&#10;&#10;Description automatically generated">
            <a:extLst>
              <a:ext uri="{FF2B5EF4-FFF2-40B4-BE49-F238E27FC236}">
                <a16:creationId xmlns:a16="http://schemas.microsoft.com/office/drawing/2014/main" id="{49A79ED4-1409-864E-CD4A-A318BBDD49DF}"/>
              </a:ext>
            </a:extLst>
          </p:cNvPr>
          <p:cNvPicPr>
            <a:picLocks noChangeAspect="1"/>
          </p:cNvPicPr>
          <p:nvPr/>
        </p:nvPicPr>
        <p:blipFill rotWithShape="1">
          <a:blip r:embed="rId2">
            <a:extLst>
              <a:ext uri="{28A0092B-C50C-407E-A947-70E740481C1C}">
                <a14:useLocalDpi xmlns:a14="http://schemas.microsoft.com/office/drawing/2010/main" val="0"/>
              </a:ext>
            </a:extLst>
          </a:blip>
          <a:srcRect l="27323" r="24985"/>
          <a:stretch/>
        </p:blipFill>
        <p:spPr>
          <a:xfrm>
            <a:off x="8188647" y="1598566"/>
            <a:ext cx="3961892" cy="4153581"/>
          </a:xfrm>
          <a:prstGeom prst="rect">
            <a:avLst/>
          </a:prstGeom>
        </p:spPr>
      </p:pic>
      <p:sp>
        <p:nvSpPr>
          <p:cNvPr id="2" name="Title 1">
            <a:extLst>
              <a:ext uri="{FF2B5EF4-FFF2-40B4-BE49-F238E27FC236}">
                <a16:creationId xmlns:a16="http://schemas.microsoft.com/office/drawing/2014/main" id="{1D6D4B20-886B-4C55-DD34-719706C688EB}"/>
              </a:ext>
            </a:extLst>
          </p:cNvPr>
          <p:cNvSpPr>
            <a:spLocks noGrp="1"/>
          </p:cNvSpPr>
          <p:nvPr>
            <p:ph type="title"/>
          </p:nvPr>
        </p:nvSpPr>
        <p:spPr>
          <a:xfrm>
            <a:off x="457200" y="171753"/>
            <a:ext cx="5323715" cy="1642970"/>
          </a:xfrm>
        </p:spPr>
        <p:txBody>
          <a:bodyPr anchor="b">
            <a:normAutofit/>
          </a:bodyPr>
          <a:lstStyle/>
          <a:p>
            <a:r>
              <a:rPr lang="en-US" sz="4000" b="1" dirty="0">
                <a:ea typeface="Calibri Light"/>
                <a:cs typeface="Calibri Light"/>
              </a:rPr>
              <a:t>5.Following the trends </a:t>
            </a:r>
            <a:endParaRPr lang="en-US" sz="4000" b="1" dirty="0"/>
          </a:p>
        </p:txBody>
      </p:sp>
      <p:sp>
        <p:nvSpPr>
          <p:cNvPr id="8" name="Content Placeholder 7">
            <a:extLst>
              <a:ext uri="{FF2B5EF4-FFF2-40B4-BE49-F238E27FC236}">
                <a16:creationId xmlns:a16="http://schemas.microsoft.com/office/drawing/2014/main" id="{045B9761-6738-8B6F-01D0-0A8A724AD457}"/>
              </a:ext>
            </a:extLst>
          </p:cNvPr>
          <p:cNvSpPr>
            <a:spLocks noGrp="1"/>
          </p:cNvSpPr>
          <p:nvPr>
            <p:ph idx="1"/>
          </p:nvPr>
        </p:nvSpPr>
        <p:spPr>
          <a:xfrm>
            <a:off x="612249" y="2656275"/>
            <a:ext cx="7181922" cy="3211125"/>
          </a:xfrm>
        </p:spPr>
        <p:txBody>
          <a:bodyPr anchor="t">
            <a:normAutofit/>
          </a:bodyPr>
          <a:lstStyle/>
          <a:p>
            <a:r>
              <a:rPr lang="en-US" sz="2000" dirty="0">
                <a:ea typeface="Calibri"/>
                <a:cs typeface="Calibri"/>
              </a:rPr>
              <a:t>Understanding that people don't always search the same, things change with time.</a:t>
            </a:r>
          </a:p>
          <a:p>
            <a:endParaRPr lang="en-US" sz="2000" dirty="0">
              <a:ea typeface="Calibri"/>
              <a:cs typeface="Calibri"/>
            </a:endParaRPr>
          </a:p>
          <a:p>
            <a:r>
              <a:rPr lang="en-US" sz="2000" dirty="0">
                <a:ea typeface="Calibri"/>
                <a:cs typeface="Calibri"/>
              </a:rPr>
              <a:t>Molding the user needs along with evolving with market trends is one of the SEO key points. </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aphic 2">
            <a:extLst>
              <a:ext uri="{FF2B5EF4-FFF2-40B4-BE49-F238E27FC236}">
                <a16:creationId xmlns:a16="http://schemas.microsoft.com/office/drawing/2014/main" id="{D79463DE-3DB0-640D-DD72-E6A095549B8A}"/>
              </a:ext>
            </a:extLst>
          </p:cNvPr>
          <p:cNvGrpSpPr/>
          <p:nvPr/>
        </p:nvGrpSpPr>
        <p:grpSpPr>
          <a:xfrm>
            <a:off x="11182319" y="171753"/>
            <a:ext cx="664249" cy="660534"/>
            <a:chOff x="728569" y="3306496"/>
            <a:chExt cx="1111000" cy="1104786"/>
          </a:xfrm>
        </p:grpSpPr>
        <p:sp>
          <p:nvSpPr>
            <p:cNvPr id="5" name="Freeform: Shape 4">
              <a:extLst>
                <a:ext uri="{FF2B5EF4-FFF2-40B4-BE49-F238E27FC236}">
                  <a16:creationId xmlns:a16="http://schemas.microsoft.com/office/drawing/2014/main" id="{C9046E83-9692-EF04-66F3-3969C193FF5C}"/>
                </a:ext>
              </a:extLst>
            </p:cNvPr>
            <p:cNvSpPr/>
            <p:nvPr/>
          </p:nvSpPr>
          <p:spPr>
            <a:xfrm>
              <a:off x="728569" y="3306496"/>
              <a:ext cx="1111000" cy="1104786"/>
            </a:xfrm>
            <a:custGeom>
              <a:avLst/>
              <a:gdLst>
                <a:gd name="connsiteX0" fmla="*/ 855783 w 1111000"/>
                <a:gd name="connsiteY0" fmla="*/ 1 h 1104786"/>
                <a:gd name="connsiteX1" fmla="*/ 1111002 w 1111000"/>
                <a:gd name="connsiteY1" fmla="*/ 1 h 1104786"/>
                <a:gd name="connsiteX2" fmla="*/ 1111002 w 1111000"/>
                <a:gd name="connsiteY2" fmla="*/ 1104788 h 1104786"/>
                <a:gd name="connsiteX3" fmla="*/ 855783 w 1111000"/>
                <a:gd name="connsiteY3" fmla="*/ 1104788 h 1104786"/>
                <a:gd name="connsiteX4" fmla="*/ 255220 w 1111000"/>
                <a:gd name="connsiteY4" fmla="*/ 1104788 h 1104786"/>
                <a:gd name="connsiteX5" fmla="*/ 1 w 1111000"/>
                <a:gd name="connsiteY5" fmla="*/ 1104788 h 1104786"/>
                <a:gd name="connsiteX6" fmla="*/ 1 w 1111000"/>
                <a:gd name="connsiteY6" fmla="*/ 1 h 1104786"/>
                <a:gd name="connsiteX7" fmla="*/ 255220 w 1111000"/>
                <a:gd name="connsiteY7" fmla="*/ 1 h 110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000" h="1104786">
                  <a:moveTo>
                    <a:pt x="855783" y="1"/>
                  </a:moveTo>
                  <a:cubicBezTo>
                    <a:pt x="996736" y="1"/>
                    <a:pt x="1111002" y="1"/>
                    <a:pt x="1111002" y="1"/>
                  </a:cubicBezTo>
                  <a:lnTo>
                    <a:pt x="1111002" y="1104788"/>
                  </a:lnTo>
                  <a:cubicBezTo>
                    <a:pt x="1111002" y="1104788"/>
                    <a:pt x="996736" y="1104788"/>
                    <a:pt x="855783" y="1104788"/>
                  </a:cubicBezTo>
                  <a:lnTo>
                    <a:pt x="255220" y="1104788"/>
                  </a:lnTo>
                  <a:cubicBezTo>
                    <a:pt x="114267" y="1104788"/>
                    <a:pt x="1" y="1104788"/>
                    <a:pt x="1" y="1104788"/>
                  </a:cubicBezTo>
                  <a:lnTo>
                    <a:pt x="1" y="1"/>
                  </a:lnTo>
                  <a:cubicBezTo>
                    <a:pt x="1" y="1"/>
                    <a:pt x="114267" y="1"/>
                    <a:pt x="255220" y="1"/>
                  </a:cubicBezTo>
                  <a:close/>
                </a:path>
              </a:pathLst>
            </a:custGeom>
            <a:solidFill>
              <a:srgbClr val="00BCD4"/>
            </a:solidFill>
            <a:ln w="50950" cap="flat">
              <a:solidFill>
                <a:srgbClr val="FFFFFF"/>
              </a:solidFill>
              <a:prstDash val="solid"/>
              <a:miter/>
            </a:ln>
          </p:spPr>
          <p:txBody>
            <a:bodyPr rtlCol="0" anchor="ctr"/>
            <a:lstStyle/>
            <a:p>
              <a:endParaRPr lang="en-PK"/>
            </a:p>
          </p:txBody>
        </p:sp>
        <p:sp>
          <p:nvSpPr>
            <p:cNvPr id="6" name="Freeform: Shape 5">
              <a:extLst>
                <a:ext uri="{FF2B5EF4-FFF2-40B4-BE49-F238E27FC236}">
                  <a16:creationId xmlns:a16="http://schemas.microsoft.com/office/drawing/2014/main" id="{57439DC0-95D3-D56F-E04A-2F714B0AAD63}"/>
                </a:ext>
              </a:extLst>
            </p:cNvPr>
            <p:cNvSpPr/>
            <p:nvPr/>
          </p:nvSpPr>
          <p:spPr>
            <a:xfrm>
              <a:off x="1047203" y="3820475"/>
              <a:ext cx="472831" cy="317355"/>
            </a:xfrm>
            <a:custGeom>
              <a:avLst/>
              <a:gdLst>
                <a:gd name="connsiteX0" fmla="*/ 407337 w 472831"/>
                <a:gd name="connsiteY0" fmla="*/ 95472 h 317355"/>
                <a:gd name="connsiteX1" fmla="*/ 384881 w 472831"/>
                <a:gd name="connsiteY1" fmla="*/ 175230 h 317355"/>
                <a:gd name="connsiteX2" fmla="*/ 409721 w 472831"/>
                <a:gd name="connsiteY2" fmla="*/ 317235 h 317355"/>
                <a:gd name="connsiteX3" fmla="*/ 281261 w 472831"/>
                <a:gd name="connsiteY3" fmla="*/ 250319 h 317355"/>
                <a:gd name="connsiteX4" fmla="*/ 236174 w 472831"/>
                <a:gd name="connsiteY4" fmla="*/ 239287 h 317355"/>
                <a:gd name="connsiteX5" fmla="*/ 202485 w 472831"/>
                <a:gd name="connsiteY5" fmla="*/ 245378 h 317355"/>
                <a:gd name="connsiteX6" fmla="*/ 191083 w 472831"/>
                <a:gd name="connsiteY6" fmla="*/ 250302 h 317355"/>
                <a:gd name="connsiteX7" fmla="*/ 61263 w 472831"/>
                <a:gd name="connsiteY7" fmla="*/ 317742 h 317355"/>
                <a:gd name="connsiteX8" fmla="*/ 87973 w 472831"/>
                <a:gd name="connsiteY8" fmla="*/ 169647 h 317355"/>
                <a:gd name="connsiteX9" fmla="*/ 63644 w 472831"/>
                <a:gd name="connsiteY9" fmla="*/ 94948 h 317355"/>
                <a:gd name="connsiteX10" fmla="*/ -2201 w 472831"/>
                <a:gd name="connsiteY10" fmla="*/ 31145 h 317355"/>
                <a:gd name="connsiteX11" fmla="*/ -2201 w 472831"/>
                <a:gd name="connsiteY11" fmla="*/ 28285 h 317355"/>
                <a:gd name="connsiteX12" fmla="*/ 235492 w 472831"/>
                <a:gd name="connsiteY12" fmla="*/ 28285 h 317355"/>
                <a:gd name="connsiteX13" fmla="*/ 470631 w 472831"/>
                <a:gd name="connsiteY13" fmla="*/ 33209 h 317355"/>
                <a:gd name="connsiteX14" fmla="*/ 412613 w 472831"/>
                <a:gd name="connsiteY14" fmla="*/ 89753 h 317355"/>
                <a:gd name="connsiteX15" fmla="*/ 407678 w 472831"/>
                <a:gd name="connsiteY15" fmla="*/ 95202 h 31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2831" h="317355">
                  <a:moveTo>
                    <a:pt x="407337" y="95472"/>
                  </a:moveTo>
                  <a:cubicBezTo>
                    <a:pt x="388113" y="117332"/>
                    <a:pt x="379946" y="146636"/>
                    <a:pt x="384881" y="175230"/>
                  </a:cubicBezTo>
                  <a:lnTo>
                    <a:pt x="409721" y="317235"/>
                  </a:lnTo>
                  <a:lnTo>
                    <a:pt x="281261" y="250319"/>
                  </a:lnTo>
                  <a:cubicBezTo>
                    <a:pt x="267307" y="243128"/>
                    <a:pt x="251826" y="239355"/>
                    <a:pt x="236174" y="239287"/>
                  </a:cubicBezTo>
                  <a:cubicBezTo>
                    <a:pt x="224601" y="239287"/>
                    <a:pt x="213202" y="241351"/>
                    <a:pt x="202485" y="245378"/>
                  </a:cubicBezTo>
                  <a:cubicBezTo>
                    <a:pt x="198568" y="246749"/>
                    <a:pt x="194825" y="248390"/>
                    <a:pt x="191083" y="250302"/>
                  </a:cubicBezTo>
                  <a:lnTo>
                    <a:pt x="61263" y="317742"/>
                  </a:lnTo>
                  <a:lnTo>
                    <a:pt x="87973" y="169647"/>
                  </a:lnTo>
                  <a:cubicBezTo>
                    <a:pt x="92908" y="142288"/>
                    <a:pt x="83720" y="114269"/>
                    <a:pt x="63644" y="94948"/>
                  </a:cubicBezTo>
                  <a:lnTo>
                    <a:pt x="-2201" y="31145"/>
                  </a:lnTo>
                  <a:lnTo>
                    <a:pt x="-2201" y="28285"/>
                  </a:lnTo>
                  <a:cubicBezTo>
                    <a:pt x="-2201" y="28285"/>
                    <a:pt x="126767" y="-34486"/>
                    <a:pt x="235492" y="28285"/>
                  </a:cubicBezTo>
                  <a:cubicBezTo>
                    <a:pt x="340130" y="88450"/>
                    <a:pt x="461106" y="37371"/>
                    <a:pt x="470631" y="33209"/>
                  </a:cubicBezTo>
                  <a:lnTo>
                    <a:pt x="412613" y="89753"/>
                  </a:lnTo>
                  <a:cubicBezTo>
                    <a:pt x="410914" y="91412"/>
                    <a:pt x="409210" y="93239"/>
                    <a:pt x="407678" y="95202"/>
                  </a:cubicBezTo>
                  <a:close/>
                </a:path>
              </a:pathLst>
            </a:custGeom>
            <a:solidFill>
              <a:srgbClr val="FFD217"/>
            </a:solidFill>
            <a:ln w="16983" cap="flat">
              <a:noFill/>
              <a:prstDash val="solid"/>
              <a:miter/>
            </a:ln>
          </p:spPr>
          <p:txBody>
            <a:bodyPr rtlCol="0" anchor="ctr"/>
            <a:lstStyle/>
            <a:p>
              <a:endParaRPr lang="en-PK"/>
            </a:p>
          </p:txBody>
        </p:sp>
        <p:sp>
          <p:nvSpPr>
            <p:cNvPr id="7" name="Freeform: Shape 6">
              <a:extLst>
                <a:ext uri="{FF2B5EF4-FFF2-40B4-BE49-F238E27FC236}">
                  <a16:creationId xmlns:a16="http://schemas.microsoft.com/office/drawing/2014/main" id="{9CB2C638-DEF4-5CCE-87CF-FDE5D733C169}"/>
                </a:ext>
              </a:extLst>
            </p:cNvPr>
            <p:cNvSpPr/>
            <p:nvPr/>
          </p:nvSpPr>
          <p:spPr>
            <a:xfrm>
              <a:off x="875756" y="3441863"/>
              <a:ext cx="816339" cy="812914"/>
            </a:xfrm>
            <a:custGeom>
              <a:avLst/>
              <a:gdLst>
                <a:gd name="connsiteX0" fmla="*/ 799392 w 816339"/>
                <a:gd name="connsiteY0" fmla="*/ 379015 h 812914"/>
                <a:gd name="connsiteX1" fmla="*/ 650174 w 816339"/>
                <a:gd name="connsiteY1" fmla="*/ 524134 h 812914"/>
                <a:gd name="connsiteX2" fmla="*/ 641496 w 816339"/>
                <a:gd name="connsiteY2" fmla="*/ 550984 h 812914"/>
                <a:gd name="connsiteX3" fmla="*/ 677058 w 816339"/>
                <a:gd name="connsiteY3" fmla="*/ 755506 h 812914"/>
                <a:gd name="connsiteX4" fmla="*/ 666341 w 816339"/>
                <a:gd name="connsiteY4" fmla="*/ 795182 h 812914"/>
                <a:gd name="connsiteX5" fmla="*/ 628565 w 816339"/>
                <a:gd name="connsiteY5" fmla="*/ 812812 h 812914"/>
                <a:gd name="connsiteX6" fmla="*/ 605768 w 816339"/>
                <a:gd name="connsiteY6" fmla="*/ 807110 h 812914"/>
                <a:gd name="connsiteX7" fmla="*/ 420647 w 816339"/>
                <a:gd name="connsiteY7" fmla="*/ 710670 h 812914"/>
                <a:gd name="connsiteX8" fmla="*/ 406358 w 816339"/>
                <a:gd name="connsiteY8" fmla="*/ 707168 h 812914"/>
                <a:gd name="connsiteX9" fmla="*/ 392234 w 816339"/>
                <a:gd name="connsiteY9" fmla="*/ 710670 h 812914"/>
                <a:gd name="connsiteX10" fmla="*/ 205244 w 816339"/>
                <a:gd name="connsiteY10" fmla="*/ 807804 h 812914"/>
                <a:gd name="connsiteX11" fmla="*/ 182443 w 816339"/>
                <a:gd name="connsiteY11" fmla="*/ 813370 h 812914"/>
                <a:gd name="connsiteX12" fmla="*/ 144672 w 816339"/>
                <a:gd name="connsiteY12" fmla="*/ 795605 h 812914"/>
                <a:gd name="connsiteX13" fmla="*/ 134125 w 816339"/>
                <a:gd name="connsiteY13" fmla="*/ 755659 h 812914"/>
                <a:gd name="connsiteX14" fmla="*/ 171045 w 816339"/>
                <a:gd name="connsiteY14" fmla="*/ 551526 h 812914"/>
                <a:gd name="connsiteX15" fmla="*/ 162197 w 816339"/>
                <a:gd name="connsiteY15" fmla="*/ 524455 h 812914"/>
                <a:gd name="connsiteX16" fmla="*/ 12809 w 816339"/>
                <a:gd name="connsiteY16" fmla="*/ 380115 h 812914"/>
                <a:gd name="connsiteX17" fmla="*/ 218 w 816339"/>
                <a:gd name="connsiteY17" fmla="*/ 329932 h 812914"/>
                <a:gd name="connsiteX18" fmla="*/ 39863 w 816339"/>
                <a:gd name="connsiteY18" fmla="*/ 296601 h 812914"/>
                <a:gd name="connsiteX19" fmla="*/ 246589 w 816339"/>
                <a:gd name="connsiteY19" fmla="*/ 266383 h 812914"/>
                <a:gd name="connsiteX20" fmla="*/ 269390 w 816339"/>
                <a:gd name="connsiteY20" fmla="*/ 249904 h 812914"/>
                <a:gd name="connsiteX21" fmla="*/ 309371 w 816339"/>
                <a:gd name="connsiteY21" fmla="*/ 169266 h 812914"/>
                <a:gd name="connsiteX22" fmla="*/ 323324 w 816339"/>
                <a:gd name="connsiteY22" fmla="*/ 110048 h 812914"/>
                <a:gd name="connsiteX23" fmla="*/ 323324 w 816339"/>
                <a:gd name="connsiteY23" fmla="*/ 74906 h 812914"/>
                <a:gd name="connsiteX24" fmla="*/ 315328 w 816339"/>
                <a:gd name="connsiteY24" fmla="*/ 74906 h 812914"/>
                <a:gd name="connsiteX25" fmla="*/ 275513 w 816339"/>
                <a:gd name="connsiteY25" fmla="*/ 36601 h 812914"/>
                <a:gd name="connsiteX26" fmla="*/ 275513 w 816339"/>
                <a:gd name="connsiteY26" fmla="*/ 35382 h 812914"/>
                <a:gd name="connsiteX27" fmla="*/ 286404 w 816339"/>
                <a:gd name="connsiteY27" fmla="*/ 11357 h 812914"/>
                <a:gd name="connsiteX28" fmla="*/ 312948 w 816339"/>
                <a:gd name="connsiteY28" fmla="*/ 460 h 812914"/>
                <a:gd name="connsiteX29" fmla="*/ 496702 w 816339"/>
                <a:gd name="connsiteY29" fmla="*/ 460 h 812914"/>
                <a:gd name="connsiteX30" fmla="*/ 536518 w 816339"/>
                <a:gd name="connsiteY30" fmla="*/ 38766 h 812914"/>
                <a:gd name="connsiteX31" fmla="*/ 536518 w 816339"/>
                <a:gd name="connsiteY31" fmla="*/ 39984 h 812914"/>
                <a:gd name="connsiteX32" fmla="*/ 525630 w 816339"/>
                <a:gd name="connsiteY32" fmla="*/ 63993 h 812914"/>
                <a:gd name="connsiteX33" fmla="*/ 499257 w 816339"/>
                <a:gd name="connsiteY33" fmla="*/ 74889 h 812914"/>
                <a:gd name="connsiteX34" fmla="*/ 488876 w 816339"/>
                <a:gd name="connsiteY34" fmla="*/ 74889 h 812914"/>
                <a:gd name="connsiteX35" fmla="*/ 488876 w 816339"/>
                <a:gd name="connsiteY35" fmla="*/ 110420 h 812914"/>
                <a:gd name="connsiteX36" fmla="*/ 502829 w 816339"/>
                <a:gd name="connsiteY36" fmla="*/ 169925 h 812914"/>
                <a:gd name="connsiteX37" fmla="*/ 542474 w 816339"/>
                <a:gd name="connsiteY37" fmla="*/ 249447 h 812914"/>
                <a:gd name="connsiteX38" fmla="*/ 565441 w 816339"/>
                <a:gd name="connsiteY38" fmla="*/ 266044 h 812914"/>
                <a:gd name="connsiteX39" fmla="*/ 772001 w 816339"/>
                <a:gd name="connsiteY39" fmla="*/ 295620 h 812914"/>
                <a:gd name="connsiteX40" fmla="*/ 811642 w 816339"/>
                <a:gd name="connsiteY40" fmla="*/ 328816 h 812914"/>
                <a:gd name="connsiteX41" fmla="*/ 799392 w 816339"/>
                <a:gd name="connsiteY41" fmla="*/ 379015 h 812914"/>
                <a:gd name="connsiteX42" fmla="*/ 596239 w 816339"/>
                <a:gd name="connsiteY42" fmla="*/ 491530 h 812914"/>
                <a:gd name="connsiteX43" fmla="*/ 739500 w 816339"/>
                <a:gd name="connsiteY43" fmla="*/ 352249 h 812914"/>
                <a:gd name="connsiteX44" fmla="*/ 541112 w 816339"/>
                <a:gd name="connsiteY44" fmla="*/ 323977 h 812914"/>
                <a:gd name="connsiteX45" fmla="*/ 494833 w 816339"/>
                <a:gd name="connsiteY45" fmla="*/ 290510 h 812914"/>
                <a:gd name="connsiteX46" fmla="*/ 438002 w 816339"/>
                <a:gd name="connsiteY46" fmla="*/ 176507 h 812914"/>
                <a:gd name="connsiteX47" fmla="*/ 423883 w 816339"/>
                <a:gd name="connsiteY47" fmla="*/ 116968 h 812914"/>
                <a:gd name="connsiteX48" fmla="*/ 423883 w 816339"/>
                <a:gd name="connsiteY48" fmla="*/ 83670 h 812914"/>
                <a:gd name="connsiteX49" fmla="*/ 415035 w 816339"/>
                <a:gd name="connsiteY49" fmla="*/ 74838 h 812914"/>
                <a:gd name="connsiteX50" fmla="*/ 396829 w 816339"/>
                <a:gd name="connsiteY50" fmla="*/ 74838 h 812914"/>
                <a:gd name="connsiteX51" fmla="*/ 387981 w 816339"/>
                <a:gd name="connsiteY51" fmla="*/ 83670 h 812914"/>
                <a:gd name="connsiteX52" fmla="*/ 387981 w 816339"/>
                <a:gd name="connsiteY52" fmla="*/ 117120 h 812914"/>
                <a:gd name="connsiteX53" fmla="*/ 374028 w 816339"/>
                <a:gd name="connsiteY53" fmla="*/ 176338 h 812914"/>
                <a:gd name="connsiteX54" fmla="*/ 317372 w 816339"/>
                <a:gd name="connsiteY54" fmla="*/ 290713 h 812914"/>
                <a:gd name="connsiteX55" fmla="*/ 271089 w 816339"/>
                <a:gd name="connsiteY55" fmla="*/ 324298 h 812914"/>
                <a:gd name="connsiteX56" fmla="*/ 72700 w 816339"/>
                <a:gd name="connsiteY56" fmla="*/ 353213 h 812914"/>
                <a:gd name="connsiteX57" fmla="*/ 221067 w 816339"/>
                <a:gd name="connsiteY57" fmla="*/ 496521 h 812914"/>
                <a:gd name="connsiteX58" fmla="*/ 235190 w 816339"/>
                <a:gd name="connsiteY58" fmla="*/ 540224 h 812914"/>
                <a:gd name="connsiteX59" fmla="*/ 198606 w 816339"/>
                <a:gd name="connsiteY59" fmla="*/ 742664 h 812914"/>
                <a:gd name="connsiteX60" fmla="*/ 378111 w 816339"/>
                <a:gd name="connsiteY60" fmla="*/ 649608 h 812914"/>
                <a:gd name="connsiteX61" fmla="*/ 406528 w 816339"/>
                <a:gd name="connsiteY61" fmla="*/ 642603 h 812914"/>
                <a:gd name="connsiteX62" fmla="*/ 435111 w 816339"/>
                <a:gd name="connsiteY62" fmla="*/ 649608 h 812914"/>
                <a:gd name="connsiteX63" fmla="*/ 612742 w 816339"/>
                <a:gd name="connsiteY63" fmla="*/ 742207 h 812914"/>
                <a:gd name="connsiteX64" fmla="*/ 578543 w 816339"/>
                <a:gd name="connsiteY64" fmla="*/ 545942 h 812914"/>
                <a:gd name="connsiteX65" fmla="*/ 596239 w 816339"/>
                <a:gd name="connsiteY65" fmla="*/ 491530 h 81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816339" h="812914">
                  <a:moveTo>
                    <a:pt x="799392" y="379015"/>
                  </a:moveTo>
                  <a:lnTo>
                    <a:pt x="650174" y="524134"/>
                  </a:lnTo>
                  <a:cubicBezTo>
                    <a:pt x="643029" y="531121"/>
                    <a:pt x="639797" y="541154"/>
                    <a:pt x="641496" y="550984"/>
                  </a:cubicBezTo>
                  <a:lnTo>
                    <a:pt x="677058" y="755506"/>
                  </a:lnTo>
                  <a:cubicBezTo>
                    <a:pt x="679609" y="769651"/>
                    <a:pt x="675695" y="784201"/>
                    <a:pt x="666341" y="795182"/>
                  </a:cubicBezTo>
                  <a:cubicBezTo>
                    <a:pt x="656982" y="806332"/>
                    <a:pt x="643199" y="812795"/>
                    <a:pt x="628565" y="812812"/>
                  </a:cubicBezTo>
                  <a:cubicBezTo>
                    <a:pt x="620568" y="812795"/>
                    <a:pt x="612742" y="810850"/>
                    <a:pt x="605768" y="807110"/>
                  </a:cubicBezTo>
                  <a:lnTo>
                    <a:pt x="420647" y="710670"/>
                  </a:lnTo>
                  <a:cubicBezTo>
                    <a:pt x="416223" y="708352"/>
                    <a:pt x="411288" y="707151"/>
                    <a:pt x="406358" y="707168"/>
                  </a:cubicBezTo>
                  <a:cubicBezTo>
                    <a:pt x="401423" y="707168"/>
                    <a:pt x="396658" y="708369"/>
                    <a:pt x="392234" y="710670"/>
                  </a:cubicBezTo>
                  <a:lnTo>
                    <a:pt x="205244" y="807804"/>
                  </a:lnTo>
                  <a:cubicBezTo>
                    <a:pt x="198270" y="811442"/>
                    <a:pt x="190440" y="813337"/>
                    <a:pt x="182443" y="813370"/>
                  </a:cubicBezTo>
                  <a:cubicBezTo>
                    <a:pt x="167813" y="813303"/>
                    <a:pt x="154030" y="806806"/>
                    <a:pt x="144672" y="795605"/>
                  </a:cubicBezTo>
                  <a:cubicBezTo>
                    <a:pt x="135313" y="784540"/>
                    <a:pt x="131400" y="769871"/>
                    <a:pt x="134125" y="755659"/>
                  </a:cubicBezTo>
                  <a:lnTo>
                    <a:pt x="171045" y="551526"/>
                  </a:lnTo>
                  <a:cubicBezTo>
                    <a:pt x="172748" y="541628"/>
                    <a:pt x="169512" y="531476"/>
                    <a:pt x="162197" y="524455"/>
                  </a:cubicBezTo>
                  <a:lnTo>
                    <a:pt x="12809" y="380115"/>
                  </a:lnTo>
                  <a:cubicBezTo>
                    <a:pt x="-634" y="367138"/>
                    <a:pt x="-5568" y="347664"/>
                    <a:pt x="218" y="329932"/>
                  </a:cubicBezTo>
                  <a:cubicBezTo>
                    <a:pt x="6004" y="312184"/>
                    <a:pt x="21316" y="299240"/>
                    <a:pt x="39863" y="296601"/>
                  </a:cubicBezTo>
                  <a:lnTo>
                    <a:pt x="246589" y="266383"/>
                  </a:lnTo>
                  <a:cubicBezTo>
                    <a:pt x="256458" y="264945"/>
                    <a:pt x="264966" y="258786"/>
                    <a:pt x="269390" y="249904"/>
                  </a:cubicBezTo>
                  <a:lnTo>
                    <a:pt x="309371" y="169266"/>
                  </a:lnTo>
                  <a:cubicBezTo>
                    <a:pt x="318560" y="150840"/>
                    <a:pt x="323324" y="130588"/>
                    <a:pt x="323324" y="110048"/>
                  </a:cubicBezTo>
                  <a:lnTo>
                    <a:pt x="323324" y="74906"/>
                  </a:lnTo>
                  <a:lnTo>
                    <a:pt x="315328" y="74906"/>
                  </a:lnTo>
                  <a:cubicBezTo>
                    <a:pt x="293719" y="75227"/>
                    <a:pt x="275853" y="58088"/>
                    <a:pt x="275513" y="36601"/>
                  </a:cubicBezTo>
                  <a:cubicBezTo>
                    <a:pt x="275513" y="36194"/>
                    <a:pt x="275513" y="35788"/>
                    <a:pt x="275513" y="35382"/>
                  </a:cubicBezTo>
                  <a:cubicBezTo>
                    <a:pt x="276023" y="26314"/>
                    <a:pt x="279937" y="17769"/>
                    <a:pt x="286404" y="11357"/>
                  </a:cubicBezTo>
                  <a:cubicBezTo>
                    <a:pt x="293379" y="4369"/>
                    <a:pt x="302908" y="460"/>
                    <a:pt x="312948" y="460"/>
                  </a:cubicBezTo>
                  <a:lnTo>
                    <a:pt x="496702" y="460"/>
                  </a:lnTo>
                  <a:cubicBezTo>
                    <a:pt x="518311" y="122"/>
                    <a:pt x="536177" y="17279"/>
                    <a:pt x="536518" y="38766"/>
                  </a:cubicBezTo>
                  <a:cubicBezTo>
                    <a:pt x="536518" y="39172"/>
                    <a:pt x="536518" y="39578"/>
                    <a:pt x="536518" y="39984"/>
                  </a:cubicBezTo>
                  <a:cubicBezTo>
                    <a:pt x="535836" y="49036"/>
                    <a:pt x="532094" y="57581"/>
                    <a:pt x="525630" y="63993"/>
                  </a:cubicBezTo>
                  <a:cubicBezTo>
                    <a:pt x="518651" y="70981"/>
                    <a:pt x="509122" y="74906"/>
                    <a:pt x="499257" y="74889"/>
                  </a:cubicBezTo>
                  <a:lnTo>
                    <a:pt x="488876" y="74889"/>
                  </a:lnTo>
                  <a:lnTo>
                    <a:pt x="488876" y="110420"/>
                  </a:lnTo>
                  <a:cubicBezTo>
                    <a:pt x="488876" y="131061"/>
                    <a:pt x="493640" y="151432"/>
                    <a:pt x="502829" y="169925"/>
                  </a:cubicBezTo>
                  <a:lnTo>
                    <a:pt x="542474" y="249447"/>
                  </a:lnTo>
                  <a:cubicBezTo>
                    <a:pt x="546898" y="258397"/>
                    <a:pt x="555406" y="264606"/>
                    <a:pt x="565441" y="266044"/>
                  </a:cubicBezTo>
                  <a:lnTo>
                    <a:pt x="772001" y="295620"/>
                  </a:lnTo>
                  <a:cubicBezTo>
                    <a:pt x="790544" y="298192"/>
                    <a:pt x="806030" y="311084"/>
                    <a:pt x="811642" y="328816"/>
                  </a:cubicBezTo>
                  <a:cubicBezTo>
                    <a:pt x="817598" y="346513"/>
                    <a:pt x="812834" y="366055"/>
                    <a:pt x="799392" y="379015"/>
                  </a:cubicBezTo>
                  <a:close/>
                  <a:moveTo>
                    <a:pt x="596239" y="491530"/>
                  </a:moveTo>
                  <a:lnTo>
                    <a:pt x="739500" y="352249"/>
                  </a:lnTo>
                  <a:lnTo>
                    <a:pt x="541112" y="323977"/>
                  </a:lnTo>
                  <a:cubicBezTo>
                    <a:pt x="521206" y="321049"/>
                    <a:pt x="503851" y="308546"/>
                    <a:pt x="494833" y="290510"/>
                  </a:cubicBezTo>
                  <a:lnTo>
                    <a:pt x="438002" y="176507"/>
                  </a:lnTo>
                  <a:cubicBezTo>
                    <a:pt x="428814" y="157997"/>
                    <a:pt x="423883" y="137626"/>
                    <a:pt x="423883" y="116968"/>
                  </a:cubicBezTo>
                  <a:lnTo>
                    <a:pt x="423883" y="83670"/>
                  </a:lnTo>
                  <a:cubicBezTo>
                    <a:pt x="423883" y="78797"/>
                    <a:pt x="419966" y="74838"/>
                    <a:pt x="415035" y="74838"/>
                  </a:cubicBezTo>
                  <a:lnTo>
                    <a:pt x="396829" y="74838"/>
                  </a:lnTo>
                  <a:cubicBezTo>
                    <a:pt x="391894" y="74838"/>
                    <a:pt x="387981" y="78797"/>
                    <a:pt x="387981" y="83670"/>
                  </a:cubicBezTo>
                  <a:lnTo>
                    <a:pt x="387981" y="117120"/>
                  </a:lnTo>
                  <a:cubicBezTo>
                    <a:pt x="387981" y="137660"/>
                    <a:pt x="383216" y="157913"/>
                    <a:pt x="374028" y="176338"/>
                  </a:cubicBezTo>
                  <a:lnTo>
                    <a:pt x="317372" y="290713"/>
                  </a:lnTo>
                  <a:cubicBezTo>
                    <a:pt x="308354" y="308749"/>
                    <a:pt x="291169" y="321269"/>
                    <a:pt x="271089" y="324298"/>
                  </a:cubicBezTo>
                  <a:lnTo>
                    <a:pt x="72700" y="353213"/>
                  </a:lnTo>
                  <a:lnTo>
                    <a:pt x="221067" y="496521"/>
                  </a:lnTo>
                  <a:cubicBezTo>
                    <a:pt x="232806" y="507823"/>
                    <a:pt x="238081" y="524218"/>
                    <a:pt x="235190" y="540224"/>
                  </a:cubicBezTo>
                  <a:lnTo>
                    <a:pt x="198606" y="742664"/>
                  </a:lnTo>
                  <a:lnTo>
                    <a:pt x="378111" y="649608"/>
                  </a:lnTo>
                  <a:cubicBezTo>
                    <a:pt x="386788" y="645023"/>
                    <a:pt x="396658" y="642620"/>
                    <a:pt x="406528" y="642603"/>
                  </a:cubicBezTo>
                  <a:cubicBezTo>
                    <a:pt x="416564" y="642620"/>
                    <a:pt x="426434" y="645023"/>
                    <a:pt x="435111" y="649608"/>
                  </a:cubicBezTo>
                  <a:lnTo>
                    <a:pt x="612742" y="742207"/>
                  </a:lnTo>
                  <a:lnTo>
                    <a:pt x="578543" y="545942"/>
                  </a:lnTo>
                  <a:cubicBezTo>
                    <a:pt x="574971" y="526011"/>
                    <a:pt x="581604" y="505657"/>
                    <a:pt x="596239" y="491530"/>
                  </a:cubicBezTo>
                  <a:close/>
                </a:path>
              </a:pathLst>
            </a:custGeom>
            <a:solidFill>
              <a:srgbClr val="FFFFFF"/>
            </a:solidFill>
            <a:ln w="16983" cap="flat">
              <a:noFill/>
              <a:prstDash val="solid"/>
              <a:miter/>
            </a:ln>
          </p:spPr>
          <p:txBody>
            <a:bodyPr rtlCol="0" anchor="ctr"/>
            <a:lstStyle/>
            <a:p>
              <a:endParaRPr lang="en-PK" dirty="0"/>
            </a:p>
          </p:txBody>
        </p:sp>
        <p:sp>
          <p:nvSpPr>
            <p:cNvPr id="9" name="Freeform: Shape 8">
              <a:extLst>
                <a:ext uri="{FF2B5EF4-FFF2-40B4-BE49-F238E27FC236}">
                  <a16:creationId xmlns:a16="http://schemas.microsoft.com/office/drawing/2014/main" id="{79D38E71-295A-2A33-EA3E-47A4060EE852}"/>
                </a:ext>
              </a:extLst>
            </p:cNvPr>
            <p:cNvSpPr/>
            <p:nvPr/>
          </p:nvSpPr>
          <p:spPr>
            <a:xfrm>
              <a:off x="1110512" y="3853314"/>
              <a:ext cx="409541" cy="284533"/>
            </a:xfrm>
            <a:custGeom>
              <a:avLst/>
              <a:gdLst>
                <a:gd name="connsiteX0" fmla="*/ 344036 w 409541"/>
                <a:gd name="connsiteY0" fmla="*/ 62644 h 284533"/>
                <a:gd name="connsiteX1" fmla="*/ 321576 w 409541"/>
                <a:gd name="connsiteY1" fmla="*/ 142402 h 284533"/>
                <a:gd name="connsiteX2" fmla="*/ 346416 w 409541"/>
                <a:gd name="connsiteY2" fmla="*/ 284407 h 284533"/>
                <a:gd name="connsiteX3" fmla="*/ 217955 w 409541"/>
                <a:gd name="connsiteY3" fmla="*/ 217491 h 284533"/>
                <a:gd name="connsiteX4" fmla="*/ 172698 w 409541"/>
                <a:gd name="connsiteY4" fmla="*/ 206459 h 284533"/>
                <a:gd name="connsiteX5" fmla="*/ 139180 w 409541"/>
                <a:gd name="connsiteY5" fmla="*/ 212550 h 284533"/>
                <a:gd name="connsiteX6" fmla="*/ 127777 w 409541"/>
                <a:gd name="connsiteY6" fmla="*/ 217474 h 284533"/>
                <a:gd name="connsiteX7" fmla="*/ -2212 w 409541"/>
                <a:gd name="connsiteY7" fmla="*/ 284914 h 284533"/>
                <a:gd name="connsiteX8" fmla="*/ 407330 w 409541"/>
                <a:gd name="connsiteY8" fmla="*/ 381 h 284533"/>
                <a:gd name="connsiteX9" fmla="*/ 349307 w 409541"/>
                <a:gd name="connsiteY9" fmla="*/ 56925 h 284533"/>
                <a:gd name="connsiteX10" fmla="*/ 344377 w 409541"/>
                <a:gd name="connsiteY10" fmla="*/ 62374 h 28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9541" h="284533">
                  <a:moveTo>
                    <a:pt x="344036" y="62644"/>
                  </a:moveTo>
                  <a:cubicBezTo>
                    <a:pt x="324807" y="84504"/>
                    <a:pt x="316641" y="113808"/>
                    <a:pt x="321576" y="142402"/>
                  </a:cubicBezTo>
                  <a:lnTo>
                    <a:pt x="346416" y="284407"/>
                  </a:lnTo>
                  <a:lnTo>
                    <a:pt x="217955" y="217491"/>
                  </a:lnTo>
                  <a:cubicBezTo>
                    <a:pt x="204006" y="210300"/>
                    <a:pt x="188521" y="206527"/>
                    <a:pt x="172698" y="206459"/>
                  </a:cubicBezTo>
                  <a:cubicBezTo>
                    <a:pt x="161300" y="206459"/>
                    <a:pt x="149897" y="208523"/>
                    <a:pt x="139180" y="212550"/>
                  </a:cubicBezTo>
                  <a:cubicBezTo>
                    <a:pt x="135267" y="213920"/>
                    <a:pt x="131524" y="215562"/>
                    <a:pt x="127777" y="217474"/>
                  </a:cubicBezTo>
                  <a:lnTo>
                    <a:pt x="-2212" y="284914"/>
                  </a:lnTo>
                  <a:lnTo>
                    <a:pt x="407330" y="381"/>
                  </a:lnTo>
                  <a:lnTo>
                    <a:pt x="349307" y="56925"/>
                  </a:lnTo>
                  <a:cubicBezTo>
                    <a:pt x="347438" y="58583"/>
                    <a:pt x="345905" y="60411"/>
                    <a:pt x="344377" y="62374"/>
                  </a:cubicBezTo>
                  <a:close/>
                </a:path>
              </a:pathLst>
            </a:custGeom>
            <a:solidFill>
              <a:srgbClr val="FFFFFF">
                <a:alpha val="30000"/>
              </a:srgbClr>
            </a:solidFill>
            <a:ln w="16983" cap="flat">
              <a:noFill/>
              <a:prstDash val="solid"/>
              <a:miter/>
            </a:ln>
          </p:spPr>
          <p:txBody>
            <a:bodyPr rtlCol="0" anchor="ctr"/>
            <a:lstStyle/>
            <a:p>
              <a:endParaRPr lang="en-PK"/>
            </a:p>
          </p:txBody>
        </p:sp>
      </p:grpSp>
    </p:spTree>
    <p:extLst>
      <p:ext uri="{BB962C8B-B14F-4D97-AF65-F5344CB8AC3E}">
        <p14:creationId xmlns:p14="http://schemas.microsoft.com/office/powerpoint/2010/main" val="1877080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335FA0-850C-F2ED-87FF-D5406633F1E9}"/>
              </a:ext>
            </a:extLst>
          </p:cNvPr>
          <p:cNvSpPr>
            <a:spLocks noGrp="1"/>
          </p:cNvSpPr>
          <p:nvPr>
            <p:ph type="title"/>
          </p:nvPr>
        </p:nvSpPr>
        <p:spPr>
          <a:xfrm>
            <a:off x="345432" y="28781"/>
            <a:ext cx="5323715" cy="1642970"/>
          </a:xfrm>
        </p:spPr>
        <p:txBody>
          <a:bodyPr anchor="b">
            <a:normAutofit/>
          </a:bodyPr>
          <a:lstStyle/>
          <a:p>
            <a:r>
              <a:rPr lang="en-US" sz="4000" b="1" dirty="0">
                <a:ea typeface="Calibri Light"/>
                <a:cs typeface="Calibri Light"/>
              </a:rPr>
              <a:t>6.Domain research </a:t>
            </a:r>
          </a:p>
        </p:txBody>
      </p:sp>
      <p:sp>
        <p:nvSpPr>
          <p:cNvPr id="8" name="Content Placeholder 7">
            <a:extLst>
              <a:ext uri="{FF2B5EF4-FFF2-40B4-BE49-F238E27FC236}">
                <a16:creationId xmlns:a16="http://schemas.microsoft.com/office/drawing/2014/main" id="{27D7C7EB-877A-9327-0A3B-A839B3E7AA14}"/>
              </a:ext>
            </a:extLst>
          </p:cNvPr>
          <p:cNvSpPr>
            <a:spLocks noGrp="1"/>
          </p:cNvSpPr>
          <p:nvPr>
            <p:ph idx="1"/>
          </p:nvPr>
        </p:nvSpPr>
        <p:spPr>
          <a:xfrm>
            <a:off x="699334" y="2169311"/>
            <a:ext cx="7171037" cy="3774289"/>
          </a:xfrm>
        </p:spPr>
        <p:txBody>
          <a:bodyPr anchor="t">
            <a:normAutofit/>
          </a:bodyPr>
          <a:lstStyle/>
          <a:p>
            <a:r>
              <a:rPr lang="en-US" sz="2000" dirty="0">
                <a:ea typeface="Calibri"/>
                <a:cs typeface="Calibri"/>
              </a:rPr>
              <a:t>Each business niche has its own success and failure points depending on their audience and competitors.</a:t>
            </a:r>
          </a:p>
          <a:p>
            <a:endParaRPr lang="en-US" sz="2000" dirty="0">
              <a:ea typeface="Calibri"/>
              <a:cs typeface="Calibri"/>
            </a:endParaRPr>
          </a:p>
          <a:p>
            <a:r>
              <a:rPr lang="en-US" sz="2000" dirty="0">
                <a:ea typeface="Calibri"/>
                <a:cs typeface="Calibri"/>
              </a:rPr>
              <a:t>While opting for the website to rank better we need to know the business ground, market trends, and user personas.</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aphic 2">
            <a:extLst>
              <a:ext uri="{FF2B5EF4-FFF2-40B4-BE49-F238E27FC236}">
                <a16:creationId xmlns:a16="http://schemas.microsoft.com/office/drawing/2014/main" id="{ED359732-5738-930F-DA4A-2F76F6973510}"/>
              </a:ext>
            </a:extLst>
          </p:cNvPr>
          <p:cNvGrpSpPr/>
          <p:nvPr/>
        </p:nvGrpSpPr>
        <p:grpSpPr>
          <a:xfrm>
            <a:off x="11182319" y="171753"/>
            <a:ext cx="664249" cy="660534"/>
            <a:chOff x="728569" y="3306496"/>
            <a:chExt cx="1111000" cy="1104786"/>
          </a:xfrm>
        </p:grpSpPr>
        <p:sp>
          <p:nvSpPr>
            <p:cNvPr id="5" name="Freeform: Shape 4">
              <a:extLst>
                <a:ext uri="{FF2B5EF4-FFF2-40B4-BE49-F238E27FC236}">
                  <a16:creationId xmlns:a16="http://schemas.microsoft.com/office/drawing/2014/main" id="{913097DF-8AB7-442D-E687-C70360A8BDA0}"/>
                </a:ext>
              </a:extLst>
            </p:cNvPr>
            <p:cNvSpPr/>
            <p:nvPr/>
          </p:nvSpPr>
          <p:spPr>
            <a:xfrm>
              <a:off x="728569" y="3306496"/>
              <a:ext cx="1111000" cy="1104786"/>
            </a:xfrm>
            <a:custGeom>
              <a:avLst/>
              <a:gdLst>
                <a:gd name="connsiteX0" fmla="*/ 855783 w 1111000"/>
                <a:gd name="connsiteY0" fmla="*/ 1 h 1104786"/>
                <a:gd name="connsiteX1" fmla="*/ 1111002 w 1111000"/>
                <a:gd name="connsiteY1" fmla="*/ 1 h 1104786"/>
                <a:gd name="connsiteX2" fmla="*/ 1111002 w 1111000"/>
                <a:gd name="connsiteY2" fmla="*/ 1104788 h 1104786"/>
                <a:gd name="connsiteX3" fmla="*/ 855783 w 1111000"/>
                <a:gd name="connsiteY3" fmla="*/ 1104788 h 1104786"/>
                <a:gd name="connsiteX4" fmla="*/ 255220 w 1111000"/>
                <a:gd name="connsiteY4" fmla="*/ 1104788 h 1104786"/>
                <a:gd name="connsiteX5" fmla="*/ 1 w 1111000"/>
                <a:gd name="connsiteY5" fmla="*/ 1104788 h 1104786"/>
                <a:gd name="connsiteX6" fmla="*/ 1 w 1111000"/>
                <a:gd name="connsiteY6" fmla="*/ 1 h 1104786"/>
                <a:gd name="connsiteX7" fmla="*/ 255220 w 1111000"/>
                <a:gd name="connsiteY7" fmla="*/ 1 h 110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000" h="1104786">
                  <a:moveTo>
                    <a:pt x="855783" y="1"/>
                  </a:moveTo>
                  <a:cubicBezTo>
                    <a:pt x="996736" y="1"/>
                    <a:pt x="1111002" y="1"/>
                    <a:pt x="1111002" y="1"/>
                  </a:cubicBezTo>
                  <a:lnTo>
                    <a:pt x="1111002" y="1104788"/>
                  </a:lnTo>
                  <a:cubicBezTo>
                    <a:pt x="1111002" y="1104788"/>
                    <a:pt x="996736" y="1104788"/>
                    <a:pt x="855783" y="1104788"/>
                  </a:cubicBezTo>
                  <a:lnTo>
                    <a:pt x="255220" y="1104788"/>
                  </a:lnTo>
                  <a:cubicBezTo>
                    <a:pt x="114267" y="1104788"/>
                    <a:pt x="1" y="1104788"/>
                    <a:pt x="1" y="1104788"/>
                  </a:cubicBezTo>
                  <a:lnTo>
                    <a:pt x="1" y="1"/>
                  </a:lnTo>
                  <a:cubicBezTo>
                    <a:pt x="1" y="1"/>
                    <a:pt x="114267" y="1"/>
                    <a:pt x="255220" y="1"/>
                  </a:cubicBezTo>
                  <a:close/>
                </a:path>
              </a:pathLst>
            </a:custGeom>
            <a:solidFill>
              <a:srgbClr val="00BCD4"/>
            </a:solidFill>
            <a:ln w="50950" cap="flat">
              <a:solidFill>
                <a:srgbClr val="FFFFFF"/>
              </a:solidFill>
              <a:prstDash val="solid"/>
              <a:miter/>
            </a:ln>
          </p:spPr>
          <p:txBody>
            <a:bodyPr rtlCol="0" anchor="ctr"/>
            <a:lstStyle/>
            <a:p>
              <a:endParaRPr lang="en-PK"/>
            </a:p>
          </p:txBody>
        </p:sp>
        <p:sp>
          <p:nvSpPr>
            <p:cNvPr id="6" name="Freeform: Shape 5">
              <a:extLst>
                <a:ext uri="{FF2B5EF4-FFF2-40B4-BE49-F238E27FC236}">
                  <a16:creationId xmlns:a16="http://schemas.microsoft.com/office/drawing/2014/main" id="{C1D3D1DE-434E-2952-9982-88C2CAB92042}"/>
                </a:ext>
              </a:extLst>
            </p:cNvPr>
            <p:cNvSpPr/>
            <p:nvPr/>
          </p:nvSpPr>
          <p:spPr>
            <a:xfrm>
              <a:off x="1047203" y="3820475"/>
              <a:ext cx="472831" cy="317355"/>
            </a:xfrm>
            <a:custGeom>
              <a:avLst/>
              <a:gdLst>
                <a:gd name="connsiteX0" fmla="*/ 407337 w 472831"/>
                <a:gd name="connsiteY0" fmla="*/ 95472 h 317355"/>
                <a:gd name="connsiteX1" fmla="*/ 384881 w 472831"/>
                <a:gd name="connsiteY1" fmla="*/ 175230 h 317355"/>
                <a:gd name="connsiteX2" fmla="*/ 409721 w 472831"/>
                <a:gd name="connsiteY2" fmla="*/ 317235 h 317355"/>
                <a:gd name="connsiteX3" fmla="*/ 281261 w 472831"/>
                <a:gd name="connsiteY3" fmla="*/ 250319 h 317355"/>
                <a:gd name="connsiteX4" fmla="*/ 236174 w 472831"/>
                <a:gd name="connsiteY4" fmla="*/ 239287 h 317355"/>
                <a:gd name="connsiteX5" fmla="*/ 202485 w 472831"/>
                <a:gd name="connsiteY5" fmla="*/ 245378 h 317355"/>
                <a:gd name="connsiteX6" fmla="*/ 191083 w 472831"/>
                <a:gd name="connsiteY6" fmla="*/ 250302 h 317355"/>
                <a:gd name="connsiteX7" fmla="*/ 61263 w 472831"/>
                <a:gd name="connsiteY7" fmla="*/ 317742 h 317355"/>
                <a:gd name="connsiteX8" fmla="*/ 87973 w 472831"/>
                <a:gd name="connsiteY8" fmla="*/ 169647 h 317355"/>
                <a:gd name="connsiteX9" fmla="*/ 63644 w 472831"/>
                <a:gd name="connsiteY9" fmla="*/ 94948 h 317355"/>
                <a:gd name="connsiteX10" fmla="*/ -2201 w 472831"/>
                <a:gd name="connsiteY10" fmla="*/ 31145 h 317355"/>
                <a:gd name="connsiteX11" fmla="*/ -2201 w 472831"/>
                <a:gd name="connsiteY11" fmla="*/ 28285 h 317355"/>
                <a:gd name="connsiteX12" fmla="*/ 235492 w 472831"/>
                <a:gd name="connsiteY12" fmla="*/ 28285 h 317355"/>
                <a:gd name="connsiteX13" fmla="*/ 470631 w 472831"/>
                <a:gd name="connsiteY13" fmla="*/ 33209 h 317355"/>
                <a:gd name="connsiteX14" fmla="*/ 412613 w 472831"/>
                <a:gd name="connsiteY14" fmla="*/ 89753 h 317355"/>
                <a:gd name="connsiteX15" fmla="*/ 407678 w 472831"/>
                <a:gd name="connsiteY15" fmla="*/ 95202 h 31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2831" h="317355">
                  <a:moveTo>
                    <a:pt x="407337" y="95472"/>
                  </a:moveTo>
                  <a:cubicBezTo>
                    <a:pt x="388113" y="117332"/>
                    <a:pt x="379946" y="146636"/>
                    <a:pt x="384881" y="175230"/>
                  </a:cubicBezTo>
                  <a:lnTo>
                    <a:pt x="409721" y="317235"/>
                  </a:lnTo>
                  <a:lnTo>
                    <a:pt x="281261" y="250319"/>
                  </a:lnTo>
                  <a:cubicBezTo>
                    <a:pt x="267307" y="243128"/>
                    <a:pt x="251826" y="239355"/>
                    <a:pt x="236174" y="239287"/>
                  </a:cubicBezTo>
                  <a:cubicBezTo>
                    <a:pt x="224601" y="239287"/>
                    <a:pt x="213202" y="241351"/>
                    <a:pt x="202485" y="245378"/>
                  </a:cubicBezTo>
                  <a:cubicBezTo>
                    <a:pt x="198568" y="246749"/>
                    <a:pt x="194825" y="248390"/>
                    <a:pt x="191083" y="250302"/>
                  </a:cubicBezTo>
                  <a:lnTo>
                    <a:pt x="61263" y="317742"/>
                  </a:lnTo>
                  <a:lnTo>
                    <a:pt x="87973" y="169647"/>
                  </a:lnTo>
                  <a:cubicBezTo>
                    <a:pt x="92908" y="142288"/>
                    <a:pt x="83720" y="114269"/>
                    <a:pt x="63644" y="94948"/>
                  </a:cubicBezTo>
                  <a:lnTo>
                    <a:pt x="-2201" y="31145"/>
                  </a:lnTo>
                  <a:lnTo>
                    <a:pt x="-2201" y="28285"/>
                  </a:lnTo>
                  <a:cubicBezTo>
                    <a:pt x="-2201" y="28285"/>
                    <a:pt x="126767" y="-34486"/>
                    <a:pt x="235492" y="28285"/>
                  </a:cubicBezTo>
                  <a:cubicBezTo>
                    <a:pt x="340130" y="88450"/>
                    <a:pt x="461106" y="37371"/>
                    <a:pt x="470631" y="33209"/>
                  </a:cubicBezTo>
                  <a:lnTo>
                    <a:pt x="412613" y="89753"/>
                  </a:lnTo>
                  <a:cubicBezTo>
                    <a:pt x="410914" y="91412"/>
                    <a:pt x="409210" y="93239"/>
                    <a:pt x="407678" y="95202"/>
                  </a:cubicBezTo>
                  <a:close/>
                </a:path>
              </a:pathLst>
            </a:custGeom>
            <a:solidFill>
              <a:srgbClr val="FFD217"/>
            </a:solidFill>
            <a:ln w="16983" cap="flat">
              <a:noFill/>
              <a:prstDash val="solid"/>
              <a:miter/>
            </a:ln>
          </p:spPr>
          <p:txBody>
            <a:bodyPr rtlCol="0" anchor="ctr"/>
            <a:lstStyle/>
            <a:p>
              <a:endParaRPr lang="en-PK"/>
            </a:p>
          </p:txBody>
        </p:sp>
        <p:sp>
          <p:nvSpPr>
            <p:cNvPr id="7" name="Freeform: Shape 6">
              <a:extLst>
                <a:ext uri="{FF2B5EF4-FFF2-40B4-BE49-F238E27FC236}">
                  <a16:creationId xmlns:a16="http://schemas.microsoft.com/office/drawing/2014/main" id="{0D4E14D8-4D99-B9CA-BA93-A7493F849025}"/>
                </a:ext>
              </a:extLst>
            </p:cNvPr>
            <p:cNvSpPr/>
            <p:nvPr/>
          </p:nvSpPr>
          <p:spPr>
            <a:xfrm>
              <a:off x="875756" y="3441863"/>
              <a:ext cx="816339" cy="812914"/>
            </a:xfrm>
            <a:custGeom>
              <a:avLst/>
              <a:gdLst>
                <a:gd name="connsiteX0" fmla="*/ 799392 w 816339"/>
                <a:gd name="connsiteY0" fmla="*/ 379015 h 812914"/>
                <a:gd name="connsiteX1" fmla="*/ 650174 w 816339"/>
                <a:gd name="connsiteY1" fmla="*/ 524134 h 812914"/>
                <a:gd name="connsiteX2" fmla="*/ 641496 w 816339"/>
                <a:gd name="connsiteY2" fmla="*/ 550984 h 812914"/>
                <a:gd name="connsiteX3" fmla="*/ 677058 w 816339"/>
                <a:gd name="connsiteY3" fmla="*/ 755506 h 812914"/>
                <a:gd name="connsiteX4" fmla="*/ 666341 w 816339"/>
                <a:gd name="connsiteY4" fmla="*/ 795182 h 812914"/>
                <a:gd name="connsiteX5" fmla="*/ 628565 w 816339"/>
                <a:gd name="connsiteY5" fmla="*/ 812812 h 812914"/>
                <a:gd name="connsiteX6" fmla="*/ 605768 w 816339"/>
                <a:gd name="connsiteY6" fmla="*/ 807110 h 812914"/>
                <a:gd name="connsiteX7" fmla="*/ 420647 w 816339"/>
                <a:gd name="connsiteY7" fmla="*/ 710670 h 812914"/>
                <a:gd name="connsiteX8" fmla="*/ 406358 w 816339"/>
                <a:gd name="connsiteY8" fmla="*/ 707168 h 812914"/>
                <a:gd name="connsiteX9" fmla="*/ 392234 w 816339"/>
                <a:gd name="connsiteY9" fmla="*/ 710670 h 812914"/>
                <a:gd name="connsiteX10" fmla="*/ 205244 w 816339"/>
                <a:gd name="connsiteY10" fmla="*/ 807804 h 812914"/>
                <a:gd name="connsiteX11" fmla="*/ 182443 w 816339"/>
                <a:gd name="connsiteY11" fmla="*/ 813370 h 812914"/>
                <a:gd name="connsiteX12" fmla="*/ 144672 w 816339"/>
                <a:gd name="connsiteY12" fmla="*/ 795605 h 812914"/>
                <a:gd name="connsiteX13" fmla="*/ 134125 w 816339"/>
                <a:gd name="connsiteY13" fmla="*/ 755659 h 812914"/>
                <a:gd name="connsiteX14" fmla="*/ 171045 w 816339"/>
                <a:gd name="connsiteY14" fmla="*/ 551526 h 812914"/>
                <a:gd name="connsiteX15" fmla="*/ 162197 w 816339"/>
                <a:gd name="connsiteY15" fmla="*/ 524455 h 812914"/>
                <a:gd name="connsiteX16" fmla="*/ 12809 w 816339"/>
                <a:gd name="connsiteY16" fmla="*/ 380115 h 812914"/>
                <a:gd name="connsiteX17" fmla="*/ 218 w 816339"/>
                <a:gd name="connsiteY17" fmla="*/ 329932 h 812914"/>
                <a:gd name="connsiteX18" fmla="*/ 39863 w 816339"/>
                <a:gd name="connsiteY18" fmla="*/ 296601 h 812914"/>
                <a:gd name="connsiteX19" fmla="*/ 246589 w 816339"/>
                <a:gd name="connsiteY19" fmla="*/ 266383 h 812914"/>
                <a:gd name="connsiteX20" fmla="*/ 269390 w 816339"/>
                <a:gd name="connsiteY20" fmla="*/ 249904 h 812914"/>
                <a:gd name="connsiteX21" fmla="*/ 309371 w 816339"/>
                <a:gd name="connsiteY21" fmla="*/ 169266 h 812914"/>
                <a:gd name="connsiteX22" fmla="*/ 323324 w 816339"/>
                <a:gd name="connsiteY22" fmla="*/ 110048 h 812914"/>
                <a:gd name="connsiteX23" fmla="*/ 323324 w 816339"/>
                <a:gd name="connsiteY23" fmla="*/ 74906 h 812914"/>
                <a:gd name="connsiteX24" fmla="*/ 315328 w 816339"/>
                <a:gd name="connsiteY24" fmla="*/ 74906 h 812914"/>
                <a:gd name="connsiteX25" fmla="*/ 275513 w 816339"/>
                <a:gd name="connsiteY25" fmla="*/ 36601 h 812914"/>
                <a:gd name="connsiteX26" fmla="*/ 275513 w 816339"/>
                <a:gd name="connsiteY26" fmla="*/ 35382 h 812914"/>
                <a:gd name="connsiteX27" fmla="*/ 286404 w 816339"/>
                <a:gd name="connsiteY27" fmla="*/ 11357 h 812914"/>
                <a:gd name="connsiteX28" fmla="*/ 312948 w 816339"/>
                <a:gd name="connsiteY28" fmla="*/ 460 h 812914"/>
                <a:gd name="connsiteX29" fmla="*/ 496702 w 816339"/>
                <a:gd name="connsiteY29" fmla="*/ 460 h 812914"/>
                <a:gd name="connsiteX30" fmla="*/ 536518 w 816339"/>
                <a:gd name="connsiteY30" fmla="*/ 38766 h 812914"/>
                <a:gd name="connsiteX31" fmla="*/ 536518 w 816339"/>
                <a:gd name="connsiteY31" fmla="*/ 39984 h 812914"/>
                <a:gd name="connsiteX32" fmla="*/ 525630 w 816339"/>
                <a:gd name="connsiteY32" fmla="*/ 63993 h 812914"/>
                <a:gd name="connsiteX33" fmla="*/ 499257 w 816339"/>
                <a:gd name="connsiteY33" fmla="*/ 74889 h 812914"/>
                <a:gd name="connsiteX34" fmla="*/ 488876 w 816339"/>
                <a:gd name="connsiteY34" fmla="*/ 74889 h 812914"/>
                <a:gd name="connsiteX35" fmla="*/ 488876 w 816339"/>
                <a:gd name="connsiteY35" fmla="*/ 110420 h 812914"/>
                <a:gd name="connsiteX36" fmla="*/ 502829 w 816339"/>
                <a:gd name="connsiteY36" fmla="*/ 169925 h 812914"/>
                <a:gd name="connsiteX37" fmla="*/ 542474 w 816339"/>
                <a:gd name="connsiteY37" fmla="*/ 249447 h 812914"/>
                <a:gd name="connsiteX38" fmla="*/ 565441 w 816339"/>
                <a:gd name="connsiteY38" fmla="*/ 266044 h 812914"/>
                <a:gd name="connsiteX39" fmla="*/ 772001 w 816339"/>
                <a:gd name="connsiteY39" fmla="*/ 295620 h 812914"/>
                <a:gd name="connsiteX40" fmla="*/ 811642 w 816339"/>
                <a:gd name="connsiteY40" fmla="*/ 328816 h 812914"/>
                <a:gd name="connsiteX41" fmla="*/ 799392 w 816339"/>
                <a:gd name="connsiteY41" fmla="*/ 379015 h 812914"/>
                <a:gd name="connsiteX42" fmla="*/ 596239 w 816339"/>
                <a:gd name="connsiteY42" fmla="*/ 491530 h 812914"/>
                <a:gd name="connsiteX43" fmla="*/ 739500 w 816339"/>
                <a:gd name="connsiteY43" fmla="*/ 352249 h 812914"/>
                <a:gd name="connsiteX44" fmla="*/ 541112 w 816339"/>
                <a:gd name="connsiteY44" fmla="*/ 323977 h 812914"/>
                <a:gd name="connsiteX45" fmla="*/ 494833 w 816339"/>
                <a:gd name="connsiteY45" fmla="*/ 290510 h 812914"/>
                <a:gd name="connsiteX46" fmla="*/ 438002 w 816339"/>
                <a:gd name="connsiteY46" fmla="*/ 176507 h 812914"/>
                <a:gd name="connsiteX47" fmla="*/ 423883 w 816339"/>
                <a:gd name="connsiteY47" fmla="*/ 116968 h 812914"/>
                <a:gd name="connsiteX48" fmla="*/ 423883 w 816339"/>
                <a:gd name="connsiteY48" fmla="*/ 83670 h 812914"/>
                <a:gd name="connsiteX49" fmla="*/ 415035 w 816339"/>
                <a:gd name="connsiteY49" fmla="*/ 74838 h 812914"/>
                <a:gd name="connsiteX50" fmla="*/ 396829 w 816339"/>
                <a:gd name="connsiteY50" fmla="*/ 74838 h 812914"/>
                <a:gd name="connsiteX51" fmla="*/ 387981 w 816339"/>
                <a:gd name="connsiteY51" fmla="*/ 83670 h 812914"/>
                <a:gd name="connsiteX52" fmla="*/ 387981 w 816339"/>
                <a:gd name="connsiteY52" fmla="*/ 117120 h 812914"/>
                <a:gd name="connsiteX53" fmla="*/ 374028 w 816339"/>
                <a:gd name="connsiteY53" fmla="*/ 176338 h 812914"/>
                <a:gd name="connsiteX54" fmla="*/ 317372 w 816339"/>
                <a:gd name="connsiteY54" fmla="*/ 290713 h 812914"/>
                <a:gd name="connsiteX55" fmla="*/ 271089 w 816339"/>
                <a:gd name="connsiteY55" fmla="*/ 324298 h 812914"/>
                <a:gd name="connsiteX56" fmla="*/ 72700 w 816339"/>
                <a:gd name="connsiteY56" fmla="*/ 353213 h 812914"/>
                <a:gd name="connsiteX57" fmla="*/ 221067 w 816339"/>
                <a:gd name="connsiteY57" fmla="*/ 496521 h 812914"/>
                <a:gd name="connsiteX58" fmla="*/ 235190 w 816339"/>
                <a:gd name="connsiteY58" fmla="*/ 540224 h 812914"/>
                <a:gd name="connsiteX59" fmla="*/ 198606 w 816339"/>
                <a:gd name="connsiteY59" fmla="*/ 742664 h 812914"/>
                <a:gd name="connsiteX60" fmla="*/ 378111 w 816339"/>
                <a:gd name="connsiteY60" fmla="*/ 649608 h 812914"/>
                <a:gd name="connsiteX61" fmla="*/ 406528 w 816339"/>
                <a:gd name="connsiteY61" fmla="*/ 642603 h 812914"/>
                <a:gd name="connsiteX62" fmla="*/ 435111 w 816339"/>
                <a:gd name="connsiteY62" fmla="*/ 649608 h 812914"/>
                <a:gd name="connsiteX63" fmla="*/ 612742 w 816339"/>
                <a:gd name="connsiteY63" fmla="*/ 742207 h 812914"/>
                <a:gd name="connsiteX64" fmla="*/ 578543 w 816339"/>
                <a:gd name="connsiteY64" fmla="*/ 545942 h 812914"/>
                <a:gd name="connsiteX65" fmla="*/ 596239 w 816339"/>
                <a:gd name="connsiteY65" fmla="*/ 491530 h 81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816339" h="812914">
                  <a:moveTo>
                    <a:pt x="799392" y="379015"/>
                  </a:moveTo>
                  <a:lnTo>
                    <a:pt x="650174" y="524134"/>
                  </a:lnTo>
                  <a:cubicBezTo>
                    <a:pt x="643029" y="531121"/>
                    <a:pt x="639797" y="541154"/>
                    <a:pt x="641496" y="550984"/>
                  </a:cubicBezTo>
                  <a:lnTo>
                    <a:pt x="677058" y="755506"/>
                  </a:lnTo>
                  <a:cubicBezTo>
                    <a:pt x="679609" y="769651"/>
                    <a:pt x="675695" y="784201"/>
                    <a:pt x="666341" y="795182"/>
                  </a:cubicBezTo>
                  <a:cubicBezTo>
                    <a:pt x="656982" y="806332"/>
                    <a:pt x="643199" y="812795"/>
                    <a:pt x="628565" y="812812"/>
                  </a:cubicBezTo>
                  <a:cubicBezTo>
                    <a:pt x="620568" y="812795"/>
                    <a:pt x="612742" y="810850"/>
                    <a:pt x="605768" y="807110"/>
                  </a:cubicBezTo>
                  <a:lnTo>
                    <a:pt x="420647" y="710670"/>
                  </a:lnTo>
                  <a:cubicBezTo>
                    <a:pt x="416223" y="708352"/>
                    <a:pt x="411288" y="707151"/>
                    <a:pt x="406358" y="707168"/>
                  </a:cubicBezTo>
                  <a:cubicBezTo>
                    <a:pt x="401423" y="707168"/>
                    <a:pt x="396658" y="708369"/>
                    <a:pt x="392234" y="710670"/>
                  </a:cubicBezTo>
                  <a:lnTo>
                    <a:pt x="205244" y="807804"/>
                  </a:lnTo>
                  <a:cubicBezTo>
                    <a:pt x="198270" y="811442"/>
                    <a:pt x="190440" y="813337"/>
                    <a:pt x="182443" y="813370"/>
                  </a:cubicBezTo>
                  <a:cubicBezTo>
                    <a:pt x="167813" y="813303"/>
                    <a:pt x="154030" y="806806"/>
                    <a:pt x="144672" y="795605"/>
                  </a:cubicBezTo>
                  <a:cubicBezTo>
                    <a:pt x="135313" y="784540"/>
                    <a:pt x="131400" y="769871"/>
                    <a:pt x="134125" y="755659"/>
                  </a:cubicBezTo>
                  <a:lnTo>
                    <a:pt x="171045" y="551526"/>
                  </a:lnTo>
                  <a:cubicBezTo>
                    <a:pt x="172748" y="541628"/>
                    <a:pt x="169512" y="531476"/>
                    <a:pt x="162197" y="524455"/>
                  </a:cubicBezTo>
                  <a:lnTo>
                    <a:pt x="12809" y="380115"/>
                  </a:lnTo>
                  <a:cubicBezTo>
                    <a:pt x="-634" y="367138"/>
                    <a:pt x="-5568" y="347664"/>
                    <a:pt x="218" y="329932"/>
                  </a:cubicBezTo>
                  <a:cubicBezTo>
                    <a:pt x="6004" y="312184"/>
                    <a:pt x="21316" y="299240"/>
                    <a:pt x="39863" y="296601"/>
                  </a:cubicBezTo>
                  <a:lnTo>
                    <a:pt x="246589" y="266383"/>
                  </a:lnTo>
                  <a:cubicBezTo>
                    <a:pt x="256458" y="264945"/>
                    <a:pt x="264966" y="258786"/>
                    <a:pt x="269390" y="249904"/>
                  </a:cubicBezTo>
                  <a:lnTo>
                    <a:pt x="309371" y="169266"/>
                  </a:lnTo>
                  <a:cubicBezTo>
                    <a:pt x="318560" y="150840"/>
                    <a:pt x="323324" y="130588"/>
                    <a:pt x="323324" y="110048"/>
                  </a:cubicBezTo>
                  <a:lnTo>
                    <a:pt x="323324" y="74906"/>
                  </a:lnTo>
                  <a:lnTo>
                    <a:pt x="315328" y="74906"/>
                  </a:lnTo>
                  <a:cubicBezTo>
                    <a:pt x="293719" y="75227"/>
                    <a:pt x="275853" y="58088"/>
                    <a:pt x="275513" y="36601"/>
                  </a:cubicBezTo>
                  <a:cubicBezTo>
                    <a:pt x="275513" y="36194"/>
                    <a:pt x="275513" y="35788"/>
                    <a:pt x="275513" y="35382"/>
                  </a:cubicBezTo>
                  <a:cubicBezTo>
                    <a:pt x="276023" y="26314"/>
                    <a:pt x="279937" y="17769"/>
                    <a:pt x="286404" y="11357"/>
                  </a:cubicBezTo>
                  <a:cubicBezTo>
                    <a:pt x="293379" y="4369"/>
                    <a:pt x="302908" y="460"/>
                    <a:pt x="312948" y="460"/>
                  </a:cubicBezTo>
                  <a:lnTo>
                    <a:pt x="496702" y="460"/>
                  </a:lnTo>
                  <a:cubicBezTo>
                    <a:pt x="518311" y="122"/>
                    <a:pt x="536177" y="17279"/>
                    <a:pt x="536518" y="38766"/>
                  </a:cubicBezTo>
                  <a:cubicBezTo>
                    <a:pt x="536518" y="39172"/>
                    <a:pt x="536518" y="39578"/>
                    <a:pt x="536518" y="39984"/>
                  </a:cubicBezTo>
                  <a:cubicBezTo>
                    <a:pt x="535836" y="49036"/>
                    <a:pt x="532094" y="57581"/>
                    <a:pt x="525630" y="63993"/>
                  </a:cubicBezTo>
                  <a:cubicBezTo>
                    <a:pt x="518651" y="70981"/>
                    <a:pt x="509122" y="74906"/>
                    <a:pt x="499257" y="74889"/>
                  </a:cubicBezTo>
                  <a:lnTo>
                    <a:pt x="488876" y="74889"/>
                  </a:lnTo>
                  <a:lnTo>
                    <a:pt x="488876" y="110420"/>
                  </a:lnTo>
                  <a:cubicBezTo>
                    <a:pt x="488876" y="131061"/>
                    <a:pt x="493640" y="151432"/>
                    <a:pt x="502829" y="169925"/>
                  </a:cubicBezTo>
                  <a:lnTo>
                    <a:pt x="542474" y="249447"/>
                  </a:lnTo>
                  <a:cubicBezTo>
                    <a:pt x="546898" y="258397"/>
                    <a:pt x="555406" y="264606"/>
                    <a:pt x="565441" y="266044"/>
                  </a:cubicBezTo>
                  <a:lnTo>
                    <a:pt x="772001" y="295620"/>
                  </a:lnTo>
                  <a:cubicBezTo>
                    <a:pt x="790544" y="298192"/>
                    <a:pt x="806030" y="311084"/>
                    <a:pt x="811642" y="328816"/>
                  </a:cubicBezTo>
                  <a:cubicBezTo>
                    <a:pt x="817598" y="346513"/>
                    <a:pt x="812834" y="366055"/>
                    <a:pt x="799392" y="379015"/>
                  </a:cubicBezTo>
                  <a:close/>
                  <a:moveTo>
                    <a:pt x="596239" y="491530"/>
                  </a:moveTo>
                  <a:lnTo>
                    <a:pt x="739500" y="352249"/>
                  </a:lnTo>
                  <a:lnTo>
                    <a:pt x="541112" y="323977"/>
                  </a:lnTo>
                  <a:cubicBezTo>
                    <a:pt x="521206" y="321049"/>
                    <a:pt x="503851" y="308546"/>
                    <a:pt x="494833" y="290510"/>
                  </a:cubicBezTo>
                  <a:lnTo>
                    <a:pt x="438002" y="176507"/>
                  </a:lnTo>
                  <a:cubicBezTo>
                    <a:pt x="428814" y="157997"/>
                    <a:pt x="423883" y="137626"/>
                    <a:pt x="423883" y="116968"/>
                  </a:cubicBezTo>
                  <a:lnTo>
                    <a:pt x="423883" y="83670"/>
                  </a:lnTo>
                  <a:cubicBezTo>
                    <a:pt x="423883" y="78797"/>
                    <a:pt x="419966" y="74838"/>
                    <a:pt x="415035" y="74838"/>
                  </a:cubicBezTo>
                  <a:lnTo>
                    <a:pt x="396829" y="74838"/>
                  </a:lnTo>
                  <a:cubicBezTo>
                    <a:pt x="391894" y="74838"/>
                    <a:pt x="387981" y="78797"/>
                    <a:pt x="387981" y="83670"/>
                  </a:cubicBezTo>
                  <a:lnTo>
                    <a:pt x="387981" y="117120"/>
                  </a:lnTo>
                  <a:cubicBezTo>
                    <a:pt x="387981" y="137660"/>
                    <a:pt x="383216" y="157913"/>
                    <a:pt x="374028" y="176338"/>
                  </a:cubicBezTo>
                  <a:lnTo>
                    <a:pt x="317372" y="290713"/>
                  </a:lnTo>
                  <a:cubicBezTo>
                    <a:pt x="308354" y="308749"/>
                    <a:pt x="291169" y="321269"/>
                    <a:pt x="271089" y="324298"/>
                  </a:cubicBezTo>
                  <a:lnTo>
                    <a:pt x="72700" y="353213"/>
                  </a:lnTo>
                  <a:lnTo>
                    <a:pt x="221067" y="496521"/>
                  </a:lnTo>
                  <a:cubicBezTo>
                    <a:pt x="232806" y="507823"/>
                    <a:pt x="238081" y="524218"/>
                    <a:pt x="235190" y="540224"/>
                  </a:cubicBezTo>
                  <a:lnTo>
                    <a:pt x="198606" y="742664"/>
                  </a:lnTo>
                  <a:lnTo>
                    <a:pt x="378111" y="649608"/>
                  </a:lnTo>
                  <a:cubicBezTo>
                    <a:pt x="386788" y="645023"/>
                    <a:pt x="396658" y="642620"/>
                    <a:pt x="406528" y="642603"/>
                  </a:cubicBezTo>
                  <a:cubicBezTo>
                    <a:pt x="416564" y="642620"/>
                    <a:pt x="426434" y="645023"/>
                    <a:pt x="435111" y="649608"/>
                  </a:cubicBezTo>
                  <a:lnTo>
                    <a:pt x="612742" y="742207"/>
                  </a:lnTo>
                  <a:lnTo>
                    <a:pt x="578543" y="545942"/>
                  </a:lnTo>
                  <a:cubicBezTo>
                    <a:pt x="574971" y="526011"/>
                    <a:pt x="581604" y="505657"/>
                    <a:pt x="596239" y="491530"/>
                  </a:cubicBezTo>
                  <a:close/>
                </a:path>
              </a:pathLst>
            </a:custGeom>
            <a:solidFill>
              <a:srgbClr val="FFFFFF"/>
            </a:solidFill>
            <a:ln w="16983" cap="flat">
              <a:noFill/>
              <a:prstDash val="solid"/>
              <a:miter/>
            </a:ln>
          </p:spPr>
          <p:txBody>
            <a:bodyPr rtlCol="0" anchor="ctr"/>
            <a:lstStyle/>
            <a:p>
              <a:endParaRPr lang="en-PK" dirty="0"/>
            </a:p>
          </p:txBody>
        </p:sp>
        <p:sp>
          <p:nvSpPr>
            <p:cNvPr id="9" name="Freeform: Shape 8">
              <a:extLst>
                <a:ext uri="{FF2B5EF4-FFF2-40B4-BE49-F238E27FC236}">
                  <a16:creationId xmlns:a16="http://schemas.microsoft.com/office/drawing/2014/main" id="{E24141A4-F9F7-F1A3-2A82-FA5356148229}"/>
                </a:ext>
              </a:extLst>
            </p:cNvPr>
            <p:cNvSpPr/>
            <p:nvPr/>
          </p:nvSpPr>
          <p:spPr>
            <a:xfrm>
              <a:off x="1110512" y="3853314"/>
              <a:ext cx="409541" cy="284533"/>
            </a:xfrm>
            <a:custGeom>
              <a:avLst/>
              <a:gdLst>
                <a:gd name="connsiteX0" fmla="*/ 344036 w 409541"/>
                <a:gd name="connsiteY0" fmla="*/ 62644 h 284533"/>
                <a:gd name="connsiteX1" fmla="*/ 321576 w 409541"/>
                <a:gd name="connsiteY1" fmla="*/ 142402 h 284533"/>
                <a:gd name="connsiteX2" fmla="*/ 346416 w 409541"/>
                <a:gd name="connsiteY2" fmla="*/ 284407 h 284533"/>
                <a:gd name="connsiteX3" fmla="*/ 217955 w 409541"/>
                <a:gd name="connsiteY3" fmla="*/ 217491 h 284533"/>
                <a:gd name="connsiteX4" fmla="*/ 172698 w 409541"/>
                <a:gd name="connsiteY4" fmla="*/ 206459 h 284533"/>
                <a:gd name="connsiteX5" fmla="*/ 139180 w 409541"/>
                <a:gd name="connsiteY5" fmla="*/ 212550 h 284533"/>
                <a:gd name="connsiteX6" fmla="*/ 127777 w 409541"/>
                <a:gd name="connsiteY6" fmla="*/ 217474 h 284533"/>
                <a:gd name="connsiteX7" fmla="*/ -2212 w 409541"/>
                <a:gd name="connsiteY7" fmla="*/ 284914 h 284533"/>
                <a:gd name="connsiteX8" fmla="*/ 407330 w 409541"/>
                <a:gd name="connsiteY8" fmla="*/ 381 h 284533"/>
                <a:gd name="connsiteX9" fmla="*/ 349307 w 409541"/>
                <a:gd name="connsiteY9" fmla="*/ 56925 h 284533"/>
                <a:gd name="connsiteX10" fmla="*/ 344377 w 409541"/>
                <a:gd name="connsiteY10" fmla="*/ 62374 h 28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9541" h="284533">
                  <a:moveTo>
                    <a:pt x="344036" y="62644"/>
                  </a:moveTo>
                  <a:cubicBezTo>
                    <a:pt x="324807" y="84504"/>
                    <a:pt x="316641" y="113808"/>
                    <a:pt x="321576" y="142402"/>
                  </a:cubicBezTo>
                  <a:lnTo>
                    <a:pt x="346416" y="284407"/>
                  </a:lnTo>
                  <a:lnTo>
                    <a:pt x="217955" y="217491"/>
                  </a:lnTo>
                  <a:cubicBezTo>
                    <a:pt x="204006" y="210300"/>
                    <a:pt x="188521" y="206527"/>
                    <a:pt x="172698" y="206459"/>
                  </a:cubicBezTo>
                  <a:cubicBezTo>
                    <a:pt x="161300" y="206459"/>
                    <a:pt x="149897" y="208523"/>
                    <a:pt x="139180" y="212550"/>
                  </a:cubicBezTo>
                  <a:cubicBezTo>
                    <a:pt x="135267" y="213920"/>
                    <a:pt x="131524" y="215562"/>
                    <a:pt x="127777" y="217474"/>
                  </a:cubicBezTo>
                  <a:lnTo>
                    <a:pt x="-2212" y="284914"/>
                  </a:lnTo>
                  <a:lnTo>
                    <a:pt x="407330" y="381"/>
                  </a:lnTo>
                  <a:lnTo>
                    <a:pt x="349307" y="56925"/>
                  </a:lnTo>
                  <a:cubicBezTo>
                    <a:pt x="347438" y="58583"/>
                    <a:pt x="345905" y="60411"/>
                    <a:pt x="344377" y="62374"/>
                  </a:cubicBezTo>
                  <a:close/>
                </a:path>
              </a:pathLst>
            </a:custGeom>
            <a:solidFill>
              <a:srgbClr val="FFFFFF">
                <a:alpha val="30000"/>
              </a:srgbClr>
            </a:solidFill>
            <a:ln w="16983" cap="flat">
              <a:noFill/>
              <a:prstDash val="solid"/>
              <a:miter/>
            </a:ln>
          </p:spPr>
          <p:txBody>
            <a:bodyPr rtlCol="0" anchor="ctr"/>
            <a:lstStyle/>
            <a:p>
              <a:endParaRPr lang="en-PK"/>
            </a:p>
          </p:txBody>
        </p:sp>
      </p:grpSp>
    </p:spTree>
    <p:extLst>
      <p:ext uri="{BB962C8B-B14F-4D97-AF65-F5344CB8AC3E}">
        <p14:creationId xmlns:p14="http://schemas.microsoft.com/office/powerpoint/2010/main" val="3270537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FDD6A2-4065-A65C-D54B-C768F8E5CBCC}"/>
              </a:ext>
            </a:extLst>
          </p:cNvPr>
          <p:cNvSpPr>
            <a:spLocks noGrp="1"/>
          </p:cNvSpPr>
          <p:nvPr>
            <p:ph type="title"/>
          </p:nvPr>
        </p:nvSpPr>
        <p:spPr>
          <a:xfrm>
            <a:off x="317434" y="1561945"/>
            <a:ext cx="3651966" cy="1416435"/>
          </a:xfrm>
        </p:spPr>
        <p:txBody>
          <a:bodyPr vert="horz" lIns="91440" tIns="45720" rIns="91440" bIns="45720" rtlCol="0" anchor="b">
            <a:normAutofit/>
          </a:bodyPr>
          <a:lstStyle/>
          <a:p>
            <a:r>
              <a:rPr lang="en-US" sz="4000" b="1" kern="1200" dirty="0">
                <a:solidFill>
                  <a:srgbClr val="FFFFFF"/>
                </a:solidFill>
                <a:latin typeface="+mj-lt"/>
                <a:ea typeface="+mj-ea"/>
                <a:cs typeface="+mj-cs"/>
              </a:rPr>
              <a:t>SEO Scores </a:t>
            </a:r>
          </a:p>
        </p:txBody>
      </p:sp>
      <p:sp>
        <p:nvSpPr>
          <p:cNvPr id="9" name="Content Placeholder 8">
            <a:extLst>
              <a:ext uri="{FF2B5EF4-FFF2-40B4-BE49-F238E27FC236}">
                <a16:creationId xmlns:a16="http://schemas.microsoft.com/office/drawing/2014/main" id="{3795BFE7-69FB-2F4C-0BF1-FD7DF1A234D0}"/>
              </a:ext>
            </a:extLst>
          </p:cNvPr>
          <p:cNvSpPr>
            <a:spLocks noGrp="1"/>
          </p:cNvSpPr>
          <p:nvPr>
            <p:ph idx="1"/>
          </p:nvPr>
        </p:nvSpPr>
        <p:spPr>
          <a:xfrm>
            <a:off x="4223862" y="3439138"/>
            <a:ext cx="7826624" cy="3103516"/>
          </a:xfrm>
        </p:spPr>
        <p:txBody>
          <a:bodyPr vert="horz" lIns="91440" tIns="45720" rIns="91440" bIns="45720" rtlCol="0" anchor="ctr">
            <a:normAutofit/>
          </a:bodyPr>
          <a:lstStyle/>
          <a:p>
            <a:r>
              <a:rPr lang="en-US" sz="2000" dirty="0"/>
              <a:t>The SEO score improved to </a:t>
            </a:r>
            <a:r>
              <a:rPr lang="en-US" sz="2000" b="1" dirty="0"/>
              <a:t>68% </a:t>
            </a:r>
            <a:r>
              <a:rPr lang="en-US" sz="2000" dirty="0"/>
              <a:t>which is a great improvement.</a:t>
            </a:r>
          </a:p>
        </p:txBody>
      </p:sp>
      <p:pic>
        <p:nvPicPr>
          <p:cNvPr id="4" name="Content Placeholder 3" descr="A screenshot of a web page&#10;&#10;Description automatically generated">
            <a:extLst>
              <a:ext uri="{FF2B5EF4-FFF2-40B4-BE49-F238E27FC236}">
                <a16:creationId xmlns:a16="http://schemas.microsoft.com/office/drawing/2014/main" id="{385E09AC-0CF7-7166-80F0-C2B4FCBD215B}"/>
              </a:ext>
            </a:extLst>
          </p:cNvPr>
          <p:cNvPicPr>
            <a:picLocks noChangeAspect="1"/>
          </p:cNvPicPr>
          <p:nvPr/>
        </p:nvPicPr>
        <p:blipFill rotWithShape="1">
          <a:blip r:embed="rId3"/>
          <a:srcRect t="3166" b="37927"/>
          <a:stretch/>
        </p:blipFill>
        <p:spPr>
          <a:xfrm>
            <a:off x="2992798" y="517963"/>
            <a:ext cx="9025276" cy="3827910"/>
          </a:xfrm>
          <a:prstGeom prst="rect">
            <a:avLst/>
          </a:prstGeom>
        </p:spPr>
      </p:pic>
      <p:grpSp>
        <p:nvGrpSpPr>
          <p:cNvPr id="6" name="Graphic 2">
            <a:extLst>
              <a:ext uri="{FF2B5EF4-FFF2-40B4-BE49-F238E27FC236}">
                <a16:creationId xmlns:a16="http://schemas.microsoft.com/office/drawing/2014/main" id="{35749C5C-1149-6237-636F-55FB3848748D}"/>
              </a:ext>
            </a:extLst>
          </p:cNvPr>
          <p:cNvGrpSpPr/>
          <p:nvPr/>
        </p:nvGrpSpPr>
        <p:grpSpPr>
          <a:xfrm>
            <a:off x="11386237" y="6024872"/>
            <a:ext cx="664249" cy="660534"/>
            <a:chOff x="728569" y="3306496"/>
            <a:chExt cx="1111000" cy="1104786"/>
          </a:xfrm>
        </p:grpSpPr>
        <p:sp>
          <p:nvSpPr>
            <p:cNvPr id="7" name="Freeform: Shape 6">
              <a:extLst>
                <a:ext uri="{FF2B5EF4-FFF2-40B4-BE49-F238E27FC236}">
                  <a16:creationId xmlns:a16="http://schemas.microsoft.com/office/drawing/2014/main" id="{C808D05B-5CF6-CC5D-0DFD-077D9637E19E}"/>
                </a:ext>
              </a:extLst>
            </p:cNvPr>
            <p:cNvSpPr/>
            <p:nvPr/>
          </p:nvSpPr>
          <p:spPr>
            <a:xfrm>
              <a:off x="728569" y="3306496"/>
              <a:ext cx="1111000" cy="1104786"/>
            </a:xfrm>
            <a:custGeom>
              <a:avLst/>
              <a:gdLst>
                <a:gd name="connsiteX0" fmla="*/ 855783 w 1111000"/>
                <a:gd name="connsiteY0" fmla="*/ 1 h 1104786"/>
                <a:gd name="connsiteX1" fmla="*/ 1111002 w 1111000"/>
                <a:gd name="connsiteY1" fmla="*/ 1 h 1104786"/>
                <a:gd name="connsiteX2" fmla="*/ 1111002 w 1111000"/>
                <a:gd name="connsiteY2" fmla="*/ 1104788 h 1104786"/>
                <a:gd name="connsiteX3" fmla="*/ 855783 w 1111000"/>
                <a:gd name="connsiteY3" fmla="*/ 1104788 h 1104786"/>
                <a:gd name="connsiteX4" fmla="*/ 255220 w 1111000"/>
                <a:gd name="connsiteY4" fmla="*/ 1104788 h 1104786"/>
                <a:gd name="connsiteX5" fmla="*/ 1 w 1111000"/>
                <a:gd name="connsiteY5" fmla="*/ 1104788 h 1104786"/>
                <a:gd name="connsiteX6" fmla="*/ 1 w 1111000"/>
                <a:gd name="connsiteY6" fmla="*/ 1 h 1104786"/>
                <a:gd name="connsiteX7" fmla="*/ 255220 w 1111000"/>
                <a:gd name="connsiteY7" fmla="*/ 1 h 110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000" h="1104786">
                  <a:moveTo>
                    <a:pt x="855783" y="1"/>
                  </a:moveTo>
                  <a:cubicBezTo>
                    <a:pt x="996736" y="1"/>
                    <a:pt x="1111002" y="1"/>
                    <a:pt x="1111002" y="1"/>
                  </a:cubicBezTo>
                  <a:lnTo>
                    <a:pt x="1111002" y="1104788"/>
                  </a:lnTo>
                  <a:cubicBezTo>
                    <a:pt x="1111002" y="1104788"/>
                    <a:pt x="996736" y="1104788"/>
                    <a:pt x="855783" y="1104788"/>
                  </a:cubicBezTo>
                  <a:lnTo>
                    <a:pt x="255220" y="1104788"/>
                  </a:lnTo>
                  <a:cubicBezTo>
                    <a:pt x="114267" y="1104788"/>
                    <a:pt x="1" y="1104788"/>
                    <a:pt x="1" y="1104788"/>
                  </a:cubicBezTo>
                  <a:lnTo>
                    <a:pt x="1" y="1"/>
                  </a:lnTo>
                  <a:cubicBezTo>
                    <a:pt x="1" y="1"/>
                    <a:pt x="114267" y="1"/>
                    <a:pt x="255220" y="1"/>
                  </a:cubicBezTo>
                  <a:close/>
                </a:path>
              </a:pathLst>
            </a:custGeom>
            <a:solidFill>
              <a:srgbClr val="00BCD4"/>
            </a:solidFill>
            <a:ln w="50950" cap="flat">
              <a:solidFill>
                <a:srgbClr val="FFFFFF"/>
              </a:solidFill>
              <a:prstDash val="solid"/>
              <a:miter/>
            </a:ln>
          </p:spPr>
          <p:txBody>
            <a:bodyPr rtlCol="0" anchor="ctr"/>
            <a:lstStyle/>
            <a:p>
              <a:endParaRPr lang="en-PK"/>
            </a:p>
          </p:txBody>
        </p:sp>
        <p:sp>
          <p:nvSpPr>
            <p:cNvPr id="8" name="Freeform: Shape 7">
              <a:extLst>
                <a:ext uri="{FF2B5EF4-FFF2-40B4-BE49-F238E27FC236}">
                  <a16:creationId xmlns:a16="http://schemas.microsoft.com/office/drawing/2014/main" id="{230EB4A1-0F7C-10B7-209D-EAAE02575023}"/>
                </a:ext>
              </a:extLst>
            </p:cNvPr>
            <p:cNvSpPr/>
            <p:nvPr/>
          </p:nvSpPr>
          <p:spPr>
            <a:xfrm>
              <a:off x="1047203" y="3820475"/>
              <a:ext cx="472831" cy="317355"/>
            </a:xfrm>
            <a:custGeom>
              <a:avLst/>
              <a:gdLst>
                <a:gd name="connsiteX0" fmla="*/ 407337 w 472831"/>
                <a:gd name="connsiteY0" fmla="*/ 95472 h 317355"/>
                <a:gd name="connsiteX1" fmla="*/ 384881 w 472831"/>
                <a:gd name="connsiteY1" fmla="*/ 175230 h 317355"/>
                <a:gd name="connsiteX2" fmla="*/ 409721 w 472831"/>
                <a:gd name="connsiteY2" fmla="*/ 317235 h 317355"/>
                <a:gd name="connsiteX3" fmla="*/ 281261 w 472831"/>
                <a:gd name="connsiteY3" fmla="*/ 250319 h 317355"/>
                <a:gd name="connsiteX4" fmla="*/ 236174 w 472831"/>
                <a:gd name="connsiteY4" fmla="*/ 239287 h 317355"/>
                <a:gd name="connsiteX5" fmla="*/ 202485 w 472831"/>
                <a:gd name="connsiteY5" fmla="*/ 245378 h 317355"/>
                <a:gd name="connsiteX6" fmla="*/ 191083 w 472831"/>
                <a:gd name="connsiteY6" fmla="*/ 250302 h 317355"/>
                <a:gd name="connsiteX7" fmla="*/ 61263 w 472831"/>
                <a:gd name="connsiteY7" fmla="*/ 317742 h 317355"/>
                <a:gd name="connsiteX8" fmla="*/ 87973 w 472831"/>
                <a:gd name="connsiteY8" fmla="*/ 169647 h 317355"/>
                <a:gd name="connsiteX9" fmla="*/ 63644 w 472831"/>
                <a:gd name="connsiteY9" fmla="*/ 94948 h 317355"/>
                <a:gd name="connsiteX10" fmla="*/ -2201 w 472831"/>
                <a:gd name="connsiteY10" fmla="*/ 31145 h 317355"/>
                <a:gd name="connsiteX11" fmla="*/ -2201 w 472831"/>
                <a:gd name="connsiteY11" fmla="*/ 28285 h 317355"/>
                <a:gd name="connsiteX12" fmla="*/ 235492 w 472831"/>
                <a:gd name="connsiteY12" fmla="*/ 28285 h 317355"/>
                <a:gd name="connsiteX13" fmla="*/ 470631 w 472831"/>
                <a:gd name="connsiteY13" fmla="*/ 33209 h 317355"/>
                <a:gd name="connsiteX14" fmla="*/ 412613 w 472831"/>
                <a:gd name="connsiteY14" fmla="*/ 89753 h 317355"/>
                <a:gd name="connsiteX15" fmla="*/ 407678 w 472831"/>
                <a:gd name="connsiteY15" fmla="*/ 95202 h 31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2831" h="317355">
                  <a:moveTo>
                    <a:pt x="407337" y="95472"/>
                  </a:moveTo>
                  <a:cubicBezTo>
                    <a:pt x="388113" y="117332"/>
                    <a:pt x="379946" y="146636"/>
                    <a:pt x="384881" y="175230"/>
                  </a:cubicBezTo>
                  <a:lnTo>
                    <a:pt x="409721" y="317235"/>
                  </a:lnTo>
                  <a:lnTo>
                    <a:pt x="281261" y="250319"/>
                  </a:lnTo>
                  <a:cubicBezTo>
                    <a:pt x="267307" y="243128"/>
                    <a:pt x="251826" y="239355"/>
                    <a:pt x="236174" y="239287"/>
                  </a:cubicBezTo>
                  <a:cubicBezTo>
                    <a:pt x="224601" y="239287"/>
                    <a:pt x="213202" y="241351"/>
                    <a:pt x="202485" y="245378"/>
                  </a:cubicBezTo>
                  <a:cubicBezTo>
                    <a:pt x="198568" y="246749"/>
                    <a:pt x="194825" y="248390"/>
                    <a:pt x="191083" y="250302"/>
                  </a:cubicBezTo>
                  <a:lnTo>
                    <a:pt x="61263" y="317742"/>
                  </a:lnTo>
                  <a:lnTo>
                    <a:pt x="87973" y="169647"/>
                  </a:lnTo>
                  <a:cubicBezTo>
                    <a:pt x="92908" y="142288"/>
                    <a:pt x="83720" y="114269"/>
                    <a:pt x="63644" y="94948"/>
                  </a:cubicBezTo>
                  <a:lnTo>
                    <a:pt x="-2201" y="31145"/>
                  </a:lnTo>
                  <a:lnTo>
                    <a:pt x="-2201" y="28285"/>
                  </a:lnTo>
                  <a:cubicBezTo>
                    <a:pt x="-2201" y="28285"/>
                    <a:pt x="126767" y="-34486"/>
                    <a:pt x="235492" y="28285"/>
                  </a:cubicBezTo>
                  <a:cubicBezTo>
                    <a:pt x="340130" y="88450"/>
                    <a:pt x="461106" y="37371"/>
                    <a:pt x="470631" y="33209"/>
                  </a:cubicBezTo>
                  <a:lnTo>
                    <a:pt x="412613" y="89753"/>
                  </a:lnTo>
                  <a:cubicBezTo>
                    <a:pt x="410914" y="91412"/>
                    <a:pt x="409210" y="93239"/>
                    <a:pt x="407678" y="95202"/>
                  </a:cubicBezTo>
                  <a:close/>
                </a:path>
              </a:pathLst>
            </a:custGeom>
            <a:solidFill>
              <a:srgbClr val="FFD217"/>
            </a:solidFill>
            <a:ln w="16983" cap="flat">
              <a:noFill/>
              <a:prstDash val="solid"/>
              <a:miter/>
            </a:ln>
          </p:spPr>
          <p:txBody>
            <a:bodyPr rtlCol="0" anchor="ctr"/>
            <a:lstStyle/>
            <a:p>
              <a:endParaRPr lang="en-PK"/>
            </a:p>
          </p:txBody>
        </p:sp>
        <p:sp>
          <p:nvSpPr>
            <p:cNvPr id="10" name="Freeform: Shape 9">
              <a:extLst>
                <a:ext uri="{FF2B5EF4-FFF2-40B4-BE49-F238E27FC236}">
                  <a16:creationId xmlns:a16="http://schemas.microsoft.com/office/drawing/2014/main" id="{CDAA2E90-6B5C-1650-8800-1D8A08ECFD5C}"/>
                </a:ext>
              </a:extLst>
            </p:cNvPr>
            <p:cNvSpPr/>
            <p:nvPr/>
          </p:nvSpPr>
          <p:spPr>
            <a:xfrm>
              <a:off x="875756" y="3441863"/>
              <a:ext cx="816339" cy="812914"/>
            </a:xfrm>
            <a:custGeom>
              <a:avLst/>
              <a:gdLst>
                <a:gd name="connsiteX0" fmla="*/ 799392 w 816339"/>
                <a:gd name="connsiteY0" fmla="*/ 379015 h 812914"/>
                <a:gd name="connsiteX1" fmla="*/ 650174 w 816339"/>
                <a:gd name="connsiteY1" fmla="*/ 524134 h 812914"/>
                <a:gd name="connsiteX2" fmla="*/ 641496 w 816339"/>
                <a:gd name="connsiteY2" fmla="*/ 550984 h 812914"/>
                <a:gd name="connsiteX3" fmla="*/ 677058 w 816339"/>
                <a:gd name="connsiteY3" fmla="*/ 755506 h 812914"/>
                <a:gd name="connsiteX4" fmla="*/ 666341 w 816339"/>
                <a:gd name="connsiteY4" fmla="*/ 795182 h 812914"/>
                <a:gd name="connsiteX5" fmla="*/ 628565 w 816339"/>
                <a:gd name="connsiteY5" fmla="*/ 812812 h 812914"/>
                <a:gd name="connsiteX6" fmla="*/ 605768 w 816339"/>
                <a:gd name="connsiteY6" fmla="*/ 807110 h 812914"/>
                <a:gd name="connsiteX7" fmla="*/ 420647 w 816339"/>
                <a:gd name="connsiteY7" fmla="*/ 710670 h 812914"/>
                <a:gd name="connsiteX8" fmla="*/ 406358 w 816339"/>
                <a:gd name="connsiteY8" fmla="*/ 707168 h 812914"/>
                <a:gd name="connsiteX9" fmla="*/ 392234 w 816339"/>
                <a:gd name="connsiteY9" fmla="*/ 710670 h 812914"/>
                <a:gd name="connsiteX10" fmla="*/ 205244 w 816339"/>
                <a:gd name="connsiteY10" fmla="*/ 807804 h 812914"/>
                <a:gd name="connsiteX11" fmla="*/ 182443 w 816339"/>
                <a:gd name="connsiteY11" fmla="*/ 813370 h 812914"/>
                <a:gd name="connsiteX12" fmla="*/ 144672 w 816339"/>
                <a:gd name="connsiteY12" fmla="*/ 795605 h 812914"/>
                <a:gd name="connsiteX13" fmla="*/ 134125 w 816339"/>
                <a:gd name="connsiteY13" fmla="*/ 755659 h 812914"/>
                <a:gd name="connsiteX14" fmla="*/ 171045 w 816339"/>
                <a:gd name="connsiteY14" fmla="*/ 551526 h 812914"/>
                <a:gd name="connsiteX15" fmla="*/ 162197 w 816339"/>
                <a:gd name="connsiteY15" fmla="*/ 524455 h 812914"/>
                <a:gd name="connsiteX16" fmla="*/ 12809 w 816339"/>
                <a:gd name="connsiteY16" fmla="*/ 380115 h 812914"/>
                <a:gd name="connsiteX17" fmla="*/ 218 w 816339"/>
                <a:gd name="connsiteY17" fmla="*/ 329932 h 812914"/>
                <a:gd name="connsiteX18" fmla="*/ 39863 w 816339"/>
                <a:gd name="connsiteY18" fmla="*/ 296601 h 812914"/>
                <a:gd name="connsiteX19" fmla="*/ 246589 w 816339"/>
                <a:gd name="connsiteY19" fmla="*/ 266383 h 812914"/>
                <a:gd name="connsiteX20" fmla="*/ 269390 w 816339"/>
                <a:gd name="connsiteY20" fmla="*/ 249904 h 812914"/>
                <a:gd name="connsiteX21" fmla="*/ 309371 w 816339"/>
                <a:gd name="connsiteY21" fmla="*/ 169266 h 812914"/>
                <a:gd name="connsiteX22" fmla="*/ 323324 w 816339"/>
                <a:gd name="connsiteY22" fmla="*/ 110048 h 812914"/>
                <a:gd name="connsiteX23" fmla="*/ 323324 w 816339"/>
                <a:gd name="connsiteY23" fmla="*/ 74906 h 812914"/>
                <a:gd name="connsiteX24" fmla="*/ 315328 w 816339"/>
                <a:gd name="connsiteY24" fmla="*/ 74906 h 812914"/>
                <a:gd name="connsiteX25" fmla="*/ 275513 w 816339"/>
                <a:gd name="connsiteY25" fmla="*/ 36601 h 812914"/>
                <a:gd name="connsiteX26" fmla="*/ 275513 w 816339"/>
                <a:gd name="connsiteY26" fmla="*/ 35382 h 812914"/>
                <a:gd name="connsiteX27" fmla="*/ 286404 w 816339"/>
                <a:gd name="connsiteY27" fmla="*/ 11357 h 812914"/>
                <a:gd name="connsiteX28" fmla="*/ 312948 w 816339"/>
                <a:gd name="connsiteY28" fmla="*/ 460 h 812914"/>
                <a:gd name="connsiteX29" fmla="*/ 496702 w 816339"/>
                <a:gd name="connsiteY29" fmla="*/ 460 h 812914"/>
                <a:gd name="connsiteX30" fmla="*/ 536518 w 816339"/>
                <a:gd name="connsiteY30" fmla="*/ 38766 h 812914"/>
                <a:gd name="connsiteX31" fmla="*/ 536518 w 816339"/>
                <a:gd name="connsiteY31" fmla="*/ 39984 h 812914"/>
                <a:gd name="connsiteX32" fmla="*/ 525630 w 816339"/>
                <a:gd name="connsiteY32" fmla="*/ 63993 h 812914"/>
                <a:gd name="connsiteX33" fmla="*/ 499257 w 816339"/>
                <a:gd name="connsiteY33" fmla="*/ 74889 h 812914"/>
                <a:gd name="connsiteX34" fmla="*/ 488876 w 816339"/>
                <a:gd name="connsiteY34" fmla="*/ 74889 h 812914"/>
                <a:gd name="connsiteX35" fmla="*/ 488876 w 816339"/>
                <a:gd name="connsiteY35" fmla="*/ 110420 h 812914"/>
                <a:gd name="connsiteX36" fmla="*/ 502829 w 816339"/>
                <a:gd name="connsiteY36" fmla="*/ 169925 h 812914"/>
                <a:gd name="connsiteX37" fmla="*/ 542474 w 816339"/>
                <a:gd name="connsiteY37" fmla="*/ 249447 h 812914"/>
                <a:gd name="connsiteX38" fmla="*/ 565441 w 816339"/>
                <a:gd name="connsiteY38" fmla="*/ 266044 h 812914"/>
                <a:gd name="connsiteX39" fmla="*/ 772001 w 816339"/>
                <a:gd name="connsiteY39" fmla="*/ 295620 h 812914"/>
                <a:gd name="connsiteX40" fmla="*/ 811642 w 816339"/>
                <a:gd name="connsiteY40" fmla="*/ 328816 h 812914"/>
                <a:gd name="connsiteX41" fmla="*/ 799392 w 816339"/>
                <a:gd name="connsiteY41" fmla="*/ 379015 h 812914"/>
                <a:gd name="connsiteX42" fmla="*/ 596239 w 816339"/>
                <a:gd name="connsiteY42" fmla="*/ 491530 h 812914"/>
                <a:gd name="connsiteX43" fmla="*/ 739500 w 816339"/>
                <a:gd name="connsiteY43" fmla="*/ 352249 h 812914"/>
                <a:gd name="connsiteX44" fmla="*/ 541112 w 816339"/>
                <a:gd name="connsiteY44" fmla="*/ 323977 h 812914"/>
                <a:gd name="connsiteX45" fmla="*/ 494833 w 816339"/>
                <a:gd name="connsiteY45" fmla="*/ 290510 h 812914"/>
                <a:gd name="connsiteX46" fmla="*/ 438002 w 816339"/>
                <a:gd name="connsiteY46" fmla="*/ 176507 h 812914"/>
                <a:gd name="connsiteX47" fmla="*/ 423883 w 816339"/>
                <a:gd name="connsiteY47" fmla="*/ 116968 h 812914"/>
                <a:gd name="connsiteX48" fmla="*/ 423883 w 816339"/>
                <a:gd name="connsiteY48" fmla="*/ 83670 h 812914"/>
                <a:gd name="connsiteX49" fmla="*/ 415035 w 816339"/>
                <a:gd name="connsiteY49" fmla="*/ 74838 h 812914"/>
                <a:gd name="connsiteX50" fmla="*/ 396829 w 816339"/>
                <a:gd name="connsiteY50" fmla="*/ 74838 h 812914"/>
                <a:gd name="connsiteX51" fmla="*/ 387981 w 816339"/>
                <a:gd name="connsiteY51" fmla="*/ 83670 h 812914"/>
                <a:gd name="connsiteX52" fmla="*/ 387981 w 816339"/>
                <a:gd name="connsiteY52" fmla="*/ 117120 h 812914"/>
                <a:gd name="connsiteX53" fmla="*/ 374028 w 816339"/>
                <a:gd name="connsiteY53" fmla="*/ 176338 h 812914"/>
                <a:gd name="connsiteX54" fmla="*/ 317372 w 816339"/>
                <a:gd name="connsiteY54" fmla="*/ 290713 h 812914"/>
                <a:gd name="connsiteX55" fmla="*/ 271089 w 816339"/>
                <a:gd name="connsiteY55" fmla="*/ 324298 h 812914"/>
                <a:gd name="connsiteX56" fmla="*/ 72700 w 816339"/>
                <a:gd name="connsiteY56" fmla="*/ 353213 h 812914"/>
                <a:gd name="connsiteX57" fmla="*/ 221067 w 816339"/>
                <a:gd name="connsiteY57" fmla="*/ 496521 h 812914"/>
                <a:gd name="connsiteX58" fmla="*/ 235190 w 816339"/>
                <a:gd name="connsiteY58" fmla="*/ 540224 h 812914"/>
                <a:gd name="connsiteX59" fmla="*/ 198606 w 816339"/>
                <a:gd name="connsiteY59" fmla="*/ 742664 h 812914"/>
                <a:gd name="connsiteX60" fmla="*/ 378111 w 816339"/>
                <a:gd name="connsiteY60" fmla="*/ 649608 h 812914"/>
                <a:gd name="connsiteX61" fmla="*/ 406528 w 816339"/>
                <a:gd name="connsiteY61" fmla="*/ 642603 h 812914"/>
                <a:gd name="connsiteX62" fmla="*/ 435111 w 816339"/>
                <a:gd name="connsiteY62" fmla="*/ 649608 h 812914"/>
                <a:gd name="connsiteX63" fmla="*/ 612742 w 816339"/>
                <a:gd name="connsiteY63" fmla="*/ 742207 h 812914"/>
                <a:gd name="connsiteX64" fmla="*/ 578543 w 816339"/>
                <a:gd name="connsiteY64" fmla="*/ 545942 h 812914"/>
                <a:gd name="connsiteX65" fmla="*/ 596239 w 816339"/>
                <a:gd name="connsiteY65" fmla="*/ 491530 h 81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816339" h="812914">
                  <a:moveTo>
                    <a:pt x="799392" y="379015"/>
                  </a:moveTo>
                  <a:lnTo>
                    <a:pt x="650174" y="524134"/>
                  </a:lnTo>
                  <a:cubicBezTo>
                    <a:pt x="643029" y="531121"/>
                    <a:pt x="639797" y="541154"/>
                    <a:pt x="641496" y="550984"/>
                  </a:cubicBezTo>
                  <a:lnTo>
                    <a:pt x="677058" y="755506"/>
                  </a:lnTo>
                  <a:cubicBezTo>
                    <a:pt x="679609" y="769651"/>
                    <a:pt x="675695" y="784201"/>
                    <a:pt x="666341" y="795182"/>
                  </a:cubicBezTo>
                  <a:cubicBezTo>
                    <a:pt x="656982" y="806332"/>
                    <a:pt x="643199" y="812795"/>
                    <a:pt x="628565" y="812812"/>
                  </a:cubicBezTo>
                  <a:cubicBezTo>
                    <a:pt x="620568" y="812795"/>
                    <a:pt x="612742" y="810850"/>
                    <a:pt x="605768" y="807110"/>
                  </a:cubicBezTo>
                  <a:lnTo>
                    <a:pt x="420647" y="710670"/>
                  </a:lnTo>
                  <a:cubicBezTo>
                    <a:pt x="416223" y="708352"/>
                    <a:pt x="411288" y="707151"/>
                    <a:pt x="406358" y="707168"/>
                  </a:cubicBezTo>
                  <a:cubicBezTo>
                    <a:pt x="401423" y="707168"/>
                    <a:pt x="396658" y="708369"/>
                    <a:pt x="392234" y="710670"/>
                  </a:cubicBezTo>
                  <a:lnTo>
                    <a:pt x="205244" y="807804"/>
                  </a:lnTo>
                  <a:cubicBezTo>
                    <a:pt x="198270" y="811442"/>
                    <a:pt x="190440" y="813337"/>
                    <a:pt x="182443" y="813370"/>
                  </a:cubicBezTo>
                  <a:cubicBezTo>
                    <a:pt x="167813" y="813303"/>
                    <a:pt x="154030" y="806806"/>
                    <a:pt x="144672" y="795605"/>
                  </a:cubicBezTo>
                  <a:cubicBezTo>
                    <a:pt x="135313" y="784540"/>
                    <a:pt x="131400" y="769871"/>
                    <a:pt x="134125" y="755659"/>
                  </a:cubicBezTo>
                  <a:lnTo>
                    <a:pt x="171045" y="551526"/>
                  </a:lnTo>
                  <a:cubicBezTo>
                    <a:pt x="172748" y="541628"/>
                    <a:pt x="169512" y="531476"/>
                    <a:pt x="162197" y="524455"/>
                  </a:cubicBezTo>
                  <a:lnTo>
                    <a:pt x="12809" y="380115"/>
                  </a:lnTo>
                  <a:cubicBezTo>
                    <a:pt x="-634" y="367138"/>
                    <a:pt x="-5568" y="347664"/>
                    <a:pt x="218" y="329932"/>
                  </a:cubicBezTo>
                  <a:cubicBezTo>
                    <a:pt x="6004" y="312184"/>
                    <a:pt x="21316" y="299240"/>
                    <a:pt x="39863" y="296601"/>
                  </a:cubicBezTo>
                  <a:lnTo>
                    <a:pt x="246589" y="266383"/>
                  </a:lnTo>
                  <a:cubicBezTo>
                    <a:pt x="256458" y="264945"/>
                    <a:pt x="264966" y="258786"/>
                    <a:pt x="269390" y="249904"/>
                  </a:cubicBezTo>
                  <a:lnTo>
                    <a:pt x="309371" y="169266"/>
                  </a:lnTo>
                  <a:cubicBezTo>
                    <a:pt x="318560" y="150840"/>
                    <a:pt x="323324" y="130588"/>
                    <a:pt x="323324" y="110048"/>
                  </a:cubicBezTo>
                  <a:lnTo>
                    <a:pt x="323324" y="74906"/>
                  </a:lnTo>
                  <a:lnTo>
                    <a:pt x="315328" y="74906"/>
                  </a:lnTo>
                  <a:cubicBezTo>
                    <a:pt x="293719" y="75227"/>
                    <a:pt x="275853" y="58088"/>
                    <a:pt x="275513" y="36601"/>
                  </a:cubicBezTo>
                  <a:cubicBezTo>
                    <a:pt x="275513" y="36194"/>
                    <a:pt x="275513" y="35788"/>
                    <a:pt x="275513" y="35382"/>
                  </a:cubicBezTo>
                  <a:cubicBezTo>
                    <a:pt x="276023" y="26314"/>
                    <a:pt x="279937" y="17769"/>
                    <a:pt x="286404" y="11357"/>
                  </a:cubicBezTo>
                  <a:cubicBezTo>
                    <a:pt x="293379" y="4369"/>
                    <a:pt x="302908" y="460"/>
                    <a:pt x="312948" y="460"/>
                  </a:cubicBezTo>
                  <a:lnTo>
                    <a:pt x="496702" y="460"/>
                  </a:lnTo>
                  <a:cubicBezTo>
                    <a:pt x="518311" y="122"/>
                    <a:pt x="536177" y="17279"/>
                    <a:pt x="536518" y="38766"/>
                  </a:cubicBezTo>
                  <a:cubicBezTo>
                    <a:pt x="536518" y="39172"/>
                    <a:pt x="536518" y="39578"/>
                    <a:pt x="536518" y="39984"/>
                  </a:cubicBezTo>
                  <a:cubicBezTo>
                    <a:pt x="535836" y="49036"/>
                    <a:pt x="532094" y="57581"/>
                    <a:pt x="525630" y="63993"/>
                  </a:cubicBezTo>
                  <a:cubicBezTo>
                    <a:pt x="518651" y="70981"/>
                    <a:pt x="509122" y="74906"/>
                    <a:pt x="499257" y="74889"/>
                  </a:cubicBezTo>
                  <a:lnTo>
                    <a:pt x="488876" y="74889"/>
                  </a:lnTo>
                  <a:lnTo>
                    <a:pt x="488876" y="110420"/>
                  </a:lnTo>
                  <a:cubicBezTo>
                    <a:pt x="488876" y="131061"/>
                    <a:pt x="493640" y="151432"/>
                    <a:pt x="502829" y="169925"/>
                  </a:cubicBezTo>
                  <a:lnTo>
                    <a:pt x="542474" y="249447"/>
                  </a:lnTo>
                  <a:cubicBezTo>
                    <a:pt x="546898" y="258397"/>
                    <a:pt x="555406" y="264606"/>
                    <a:pt x="565441" y="266044"/>
                  </a:cubicBezTo>
                  <a:lnTo>
                    <a:pt x="772001" y="295620"/>
                  </a:lnTo>
                  <a:cubicBezTo>
                    <a:pt x="790544" y="298192"/>
                    <a:pt x="806030" y="311084"/>
                    <a:pt x="811642" y="328816"/>
                  </a:cubicBezTo>
                  <a:cubicBezTo>
                    <a:pt x="817598" y="346513"/>
                    <a:pt x="812834" y="366055"/>
                    <a:pt x="799392" y="379015"/>
                  </a:cubicBezTo>
                  <a:close/>
                  <a:moveTo>
                    <a:pt x="596239" y="491530"/>
                  </a:moveTo>
                  <a:lnTo>
                    <a:pt x="739500" y="352249"/>
                  </a:lnTo>
                  <a:lnTo>
                    <a:pt x="541112" y="323977"/>
                  </a:lnTo>
                  <a:cubicBezTo>
                    <a:pt x="521206" y="321049"/>
                    <a:pt x="503851" y="308546"/>
                    <a:pt x="494833" y="290510"/>
                  </a:cubicBezTo>
                  <a:lnTo>
                    <a:pt x="438002" y="176507"/>
                  </a:lnTo>
                  <a:cubicBezTo>
                    <a:pt x="428814" y="157997"/>
                    <a:pt x="423883" y="137626"/>
                    <a:pt x="423883" y="116968"/>
                  </a:cubicBezTo>
                  <a:lnTo>
                    <a:pt x="423883" y="83670"/>
                  </a:lnTo>
                  <a:cubicBezTo>
                    <a:pt x="423883" y="78797"/>
                    <a:pt x="419966" y="74838"/>
                    <a:pt x="415035" y="74838"/>
                  </a:cubicBezTo>
                  <a:lnTo>
                    <a:pt x="396829" y="74838"/>
                  </a:lnTo>
                  <a:cubicBezTo>
                    <a:pt x="391894" y="74838"/>
                    <a:pt x="387981" y="78797"/>
                    <a:pt x="387981" y="83670"/>
                  </a:cubicBezTo>
                  <a:lnTo>
                    <a:pt x="387981" y="117120"/>
                  </a:lnTo>
                  <a:cubicBezTo>
                    <a:pt x="387981" y="137660"/>
                    <a:pt x="383216" y="157913"/>
                    <a:pt x="374028" y="176338"/>
                  </a:cubicBezTo>
                  <a:lnTo>
                    <a:pt x="317372" y="290713"/>
                  </a:lnTo>
                  <a:cubicBezTo>
                    <a:pt x="308354" y="308749"/>
                    <a:pt x="291169" y="321269"/>
                    <a:pt x="271089" y="324298"/>
                  </a:cubicBezTo>
                  <a:lnTo>
                    <a:pt x="72700" y="353213"/>
                  </a:lnTo>
                  <a:lnTo>
                    <a:pt x="221067" y="496521"/>
                  </a:lnTo>
                  <a:cubicBezTo>
                    <a:pt x="232806" y="507823"/>
                    <a:pt x="238081" y="524218"/>
                    <a:pt x="235190" y="540224"/>
                  </a:cubicBezTo>
                  <a:lnTo>
                    <a:pt x="198606" y="742664"/>
                  </a:lnTo>
                  <a:lnTo>
                    <a:pt x="378111" y="649608"/>
                  </a:lnTo>
                  <a:cubicBezTo>
                    <a:pt x="386788" y="645023"/>
                    <a:pt x="396658" y="642620"/>
                    <a:pt x="406528" y="642603"/>
                  </a:cubicBezTo>
                  <a:cubicBezTo>
                    <a:pt x="416564" y="642620"/>
                    <a:pt x="426434" y="645023"/>
                    <a:pt x="435111" y="649608"/>
                  </a:cubicBezTo>
                  <a:lnTo>
                    <a:pt x="612742" y="742207"/>
                  </a:lnTo>
                  <a:lnTo>
                    <a:pt x="578543" y="545942"/>
                  </a:lnTo>
                  <a:cubicBezTo>
                    <a:pt x="574971" y="526011"/>
                    <a:pt x="581604" y="505657"/>
                    <a:pt x="596239" y="491530"/>
                  </a:cubicBezTo>
                  <a:close/>
                </a:path>
              </a:pathLst>
            </a:custGeom>
            <a:solidFill>
              <a:srgbClr val="FFFFFF"/>
            </a:solidFill>
            <a:ln w="16983" cap="flat">
              <a:noFill/>
              <a:prstDash val="solid"/>
              <a:miter/>
            </a:ln>
          </p:spPr>
          <p:txBody>
            <a:bodyPr rtlCol="0" anchor="ctr"/>
            <a:lstStyle/>
            <a:p>
              <a:endParaRPr lang="en-PK" dirty="0"/>
            </a:p>
          </p:txBody>
        </p:sp>
        <p:sp>
          <p:nvSpPr>
            <p:cNvPr id="21" name="Freeform: Shape 20">
              <a:extLst>
                <a:ext uri="{FF2B5EF4-FFF2-40B4-BE49-F238E27FC236}">
                  <a16:creationId xmlns:a16="http://schemas.microsoft.com/office/drawing/2014/main" id="{AC279B0A-4CF1-7F2A-34D9-9047A20410ED}"/>
                </a:ext>
              </a:extLst>
            </p:cNvPr>
            <p:cNvSpPr/>
            <p:nvPr/>
          </p:nvSpPr>
          <p:spPr>
            <a:xfrm>
              <a:off x="1110512" y="3853314"/>
              <a:ext cx="409541" cy="284533"/>
            </a:xfrm>
            <a:custGeom>
              <a:avLst/>
              <a:gdLst>
                <a:gd name="connsiteX0" fmla="*/ 344036 w 409541"/>
                <a:gd name="connsiteY0" fmla="*/ 62644 h 284533"/>
                <a:gd name="connsiteX1" fmla="*/ 321576 w 409541"/>
                <a:gd name="connsiteY1" fmla="*/ 142402 h 284533"/>
                <a:gd name="connsiteX2" fmla="*/ 346416 w 409541"/>
                <a:gd name="connsiteY2" fmla="*/ 284407 h 284533"/>
                <a:gd name="connsiteX3" fmla="*/ 217955 w 409541"/>
                <a:gd name="connsiteY3" fmla="*/ 217491 h 284533"/>
                <a:gd name="connsiteX4" fmla="*/ 172698 w 409541"/>
                <a:gd name="connsiteY4" fmla="*/ 206459 h 284533"/>
                <a:gd name="connsiteX5" fmla="*/ 139180 w 409541"/>
                <a:gd name="connsiteY5" fmla="*/ 212550 h 284533"/>
                <a:gd name="connsiteX6" fmla="*/ 127777 w 409541"/>
                <a:gd name="connsiteY6" fmla="*/ 217474 h 284533"/>
                <a:gd name="connsiteX7" fmla="*/ -2212 w 409541"/>
                <a:gd name="connsiteY7" fmla="*/ 284914 h 284533"/>
                <a:gd name="connsiteX8" fmla="*/ 407330 w 409541"/>
                <a:gd name="connsiteY8" fmla="*/ 381 h 284533"/>
                <a:gd name="connsiteX9" fmla="*/ 349307 w 409541"/>
                <a:gd name="connsiteY9" fmla="*/ 56925 h 284533"/>
                <a:gd name="connsiteX10" fmla="*/ 344377 w 409541"/>
                <a:gd name="connsiteY10" fmla="*/ 62374 h 28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9541" h="284533">
                  <a:moveTo>
                    <a:pt x="344036" y="62644"/>
                  </a:moveTo>
                  <a:cubicBezTo>
                    <a:pt x="324807" y="84504"/>
                    <a:pt x="316641" y="113808"/>
                    <a:pt x="321576" y="142402"/>
                  </a:cubicBezTo>
                  <a:lnTo>
                    <a:pt x="346416" y="284407"/>
                  </a:lnTo>
                  <a:lnTo>
                    <a:pt x="217955" y="217491"/>
                  </a:lnTo>
                  <a:cubicBezTo>
                    <a:pt x="204006" y="210300"/>
                    <a:pt x="188521" y="206527"/>
                    <a:pt x="172698" y="206459"/>
                  </a:cubicBezTo>
                  <a:cubicBezTo>
                    <a:pt x="161300" y="206459"/>
                    <a:pt x="149897" y="208523"/>
                    <a:pt x="139180" y="212550"/>
                  </a:cubicBezTo>
                  <a:cubicBezTo>
                    <a:pt x="135267" y="213920"/>
                    <a:pt x="131524" y="215562"/>
                    <a:pt x="127777" y="217474"/>
                  </a:cubicBezTo>
                  <a:lnTo>
                    <a:pt x="-2212" y="284914"/>
                  </a:lnTo>
                  <a:lnTo>
                    <a:pt x="407330" y="381"/>
                  </a:lnTo>
                  <a:lnTo>
                    <a:pt x="349307" y="56925"/>
                  </a:lnTo>
                  <a:cubicBezTo>
                    <a:pt x="347438" y="58583"/>
                    <a:pt x="345905" y="60411"/>
                    <a:pt x="344377" y="62374"/>
                  </a:cubicBezTo>
                  <a:close/>
                </a:path>
              </a:pathLst>
            </a:custGeom>
            <a:solidFill>
              <a:srgbClr val="FFFFFF">
                <a:alpha val="30000"/>
              </a:srgbClr>
            </a:solidFill>
            <a:ln w="16983" cap="flat">
              <a:noFill/>
              <a:prstDash val="solid"/>
              <a:miter/>
            </a:ln>
          </p:spPr>
          <p:txBody>
            <a:bodyPr rtlCol="0" anchor="ctr"/>
            <a:lstStyle/>
            <a:p>
              <a:endParaRPr lang="en-PK"/>
            </a:p>
          </p:txBody>
        </p:sp>
      </p:grpSp>
    </p:spTree>
    <p:extLst>
      <p:ext uri="{BB962C8B-B14F-4D97-AF65-F5344CB8AC3E}">
        <p14:creationId xmlns:p14="http://schemas.microsoft.com/office/powerpoint/2010/main" val="4136354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Rectangle 2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FDD6A2-4065-A65C-D54B-C768F8E5CBCC}"/>
              </a:ext>
            </a:extLst>
          </p:cNvPr>
          <p:cNvSpPr>
            <a:spLocks noGrp="1"/>
          </p:cNvSpPr>
          <p:nvPr>
            <p:ph type="title"/>
          </p:nvPr>
        </p:nvSpPr>
        <p:spPr>
          <a:xfrm>
            <a:off x="209115" y="1752913"/>
            <a:ext cx="3619596" cy="1306284"/>
          </a:xfrm>
        </p:spPr>
        <p:txBody>
          <a:bodyPr vert="horz" lIns="91440" tIns="45720" rIns="91440" bIns="45720" rtlCol="0" anchor="b">
            <a:normAutofit/>
          </a:bodyPr>
          <a:lstStyle/>
          <a:p>
            <a:r>
              <a:rPr lang="en-US" sz="4000" b="1" kern="1200" dirty="0">
                <a:solidFill>
                  <a:srgbClr val="FFFFFF"/>
                </a:solidFill>
                <a:latin typeface="+mj-lt"/>
                <a:ea typeface="+mj-ea"/>
                <a:cs typeface="+mj-cs"/>
              </a:rPr>
              <a:t>SEO Scores </a:t>
            </a:r>
          </a:p>
        </p:txBody>
      </p:sp>
      <p:sp>
        <p:nvSpPr>
          <p:cNvPr id="10" name="Content Placeholder 9">
            <a:extLst>
              <a:ext uri="{FF2B5EF4-FFF2-40B4-BE49-F238E27FC236}">
                <a16:creationId xmlns:a16="http://schemas.microsoft.com/office/drawing/2014/main" id="{39278B05-8595-835E-F5B2-45B48157E70C}"/>
              </a:ext>
            </a:extLst>
          </p:cNvPr>
          <p:cNvSpPr>
            <a:spLocks noGrp="1"/>
          </p:cNvSpPr>
          <p:nvPr>
            <p:ph idx="1"/>
          </p:nvPr>
        </p:nvSpPr>
        <p:spPr>
          <a:xfrm>
            <a:off x="4174853" y="3559628"/>
            <a:ext cx="7755889" cy="3069771"/>
          </a:xfrm>
        </p:spPr>
        <p:txBody>
          <a:bodyPr vert="horz" lIns="91440" tIns="45720" rIns="91440" bIns="45720" rtlCol="0" anchor="ctr">
            <a:normAutofit/>
          </a:bodyPr>
          <a:lstStyle/>
          <a:p>
            <a:r>
              <a:rPr lang="en-US" sz="2000" dirty="0"/>
              <a:t>The SEO score improved to </a:t>
            </a:r>
            <a:r>
              <a:rPr lang="en-US" sz="2000" b="1" dirty="0"/>
              <a:t>82%</a:t>
            </a:r>
            <a:r>
              <a:rPr lang="en-US" sz="2000" dirty="0"/>
              <a:t> which is a great score </a:t>
            </a:r>
          </a:p>
          <a:p>
            <a:endParaRPr lang="en-US" sz="2000" dirty="0"/>
          </a:p>
        </p:txBody>
      </p:sp>
      <p:pic>
        <p:nvPicPr>
          <p:cNvPr id="6" name="Content Placeholder 5" descr="A screenshot of a web page&#10;&#10;Description automatically generated">
            <a:extLst>
              <a:ext uri="{FF2B5EF4-FFF2-40B4-BE49-F238E27FC236}">
                <a16:creationId xmlns:a16="http://schemas.microsoft.com/office/drawing/2014/main" id="{B4B19D6B-77DA-F8CF-15C2-F6D0BCF7A1DF}"/>
              </a:ext>
            </a:extLst>
          </p:cNvPr>
          <p:cNvPicPr>
            <a:picLocks noChangeAspect="1"/>
          </p:cNvPicPr>
          <p:nvPr/>
        </p:nvPicPr>
        <p:blipFill rotWithShape="1">
          <a:blip r:embed="rId3"/>
          <a:srcRect t="4916" r="2220" b="14850"/>
          <a:stretch>
            <a:fillRect/>
          </a:stretch>
        </p:blipFill>
        <p:spPr>
          <a:xfrm>
            <a:off x="2693767" y="461358"/>
            <a:ext cx="9356719" cy="3666057"/>
          </a:xfrm>
          <a:prstGeom prst="rect">
            <a:avLst/>
          </a:prstGeom>
        </p:spPr>
      </p:pic>
      <p:grpSp>
        <p:nvGrpSpPr>
          <p:cNvPr id="5" name="Graphic 2">
            <a:extLst>
              <a:ext uri="{FF2B5EF4-FFF2-40B4-BE49-F238E27FC236}">
                <a16:creationId xmlns:a16="http://schemas.microsoft.com/office/drawing/2014/main" id="{EE6AF416-FBA4-3387-21ED-12B0687B8AAB}"/>
              </a:ext>
            </a:extLst>
          </p:cNvPr>
          <p:cNvGrpSpPr/>
          <p:nvPr/>
        </p:nvGrpSpPr>
        <p:grpSpPr>
          <a:xfrm>
            <a:off x="11386237" y="6024872"/>
            <a:ext cx="664249" cy="660534"/>
            <a:chOff x="728569" y="3306496"/>
            <a:chExt cx="1111000" cy="1104786"/>
          </a:xfrm>
        </p:grpSpPr>
        <p:sp>
          <p:nvSpPr>
            <p:cNvPr id="7" name="Freeform: Shape 6">
              <a:extLst>
                <a:ext uri="{FF2B5EF4-FFF2-40B4-BE49-F238E27FC236}">
                  <a16:creationId xmlns:a16="http://schemas.microsoft.com/office/drawing/2014/main" id="{1CFAB312-FE66-E57D-346C-87AE7B0DCCA6}"/>
                </a:ext>
              </a:extLst>
            </p:cNvPr>
            <p:cNvSpPr/>
            <p:nvPr/>
          </p:nvSpPr>
          <p:spPr>
            <a:xfrm>
              <a:off x="728569" y="3306496"/>
              <a:ext cx="1111000" cy="1104786"/>
            </a:xfrm>
            <a:custGeom>
              <a:avLst/>
              <a:gdLst>
                <a:gd name="connsiteX0" fmla="*/ 855783 w 1111000"/>
                <a:gd name="connsiteY0" fmla="*/ 1 h 1104786"/>
                <a:gd name="connsiteX1" fmla="*/ 1111002 w 1111000"/>
                <a:gd name="connsiteY1" fmla="*/ 1 h 1104786"/>
                <a:gd name="connsiteX2" fmla="*/ 1111002 w 1111000"/>
                <a:gd name="connsiteY2" fmla="*/ 1104788 h 1104786"/>
                <a:gd name="connsiteX3" fmla="*/ 855783 w 1111000"/>
                <a:gd name="connsiteY3" fmla="*/ 1104788 h 1104786"/>
                <a:gd name="connsiteX4" fmla="*/ 255220 w 1111000"/>
                <a:gd name="connsiteY4" fmla="*/ 1104788 h 1104786"/>
                <a:gd name="connsiteX5" fmla="*/ 1 w 1111000"/>
                <a:gd name="connsiteY5" fmla="*/ 1104788 h 1104786"/>
                <a:gd name="connsiteX6" fmla="*/ 1 w 1111000"/>
                <a:gd name="connsiteY6" fmla="*/ 1 h 1104786"/>
                <a:gd name="connsiteX7" fmla="*/ 255220 w 1111000"/>
                <a:gd name="connsiteY7" fmla="*/ 1 h 110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000" h="1104786">
                  <a:moveTo>
                    <a:pt x="855783" y="1"/>
                  </a:moveTo>
                  <a:cubicBezTo>
                    <a:pt x="996736" y="1"/>
                    <a:pt x="1111002" y="1"/>
                    <a:pt x="1111002" y="1"/>
                  </a:cubicBezTo>
                  <a:lnTo>
                    <a:pt x="1111002" y="1104788"/>
                  </a:lnTo>
                  <a:cubicBezTo>
                    <a:pt x="1111002" y="1104788"/>
                    <a:pt x="996736" y="1104788"/>
                    <a:pt x="855783" y="1104788"/>
                  </a:cubicBezTo>
                  <a:lnTo>
                    <a:pt x="255220" y="1104788"/>
                  </a:lnTo>
                  <a:cubicBezTo>
                    <a:pt x="114267" y="1104788"/>
                    <a:pt x="1" y="1104788"/>
                    <a:pt x="1" y="1104788"/>
                  </a:cubicBezTo>
                  <a:lnTo>
                    <a:pt x="1" y="1"/>
                  </a:lnTo>
                  <a:cubicBezTo>
                    <a:pt x="1" y="1"/>
                    <a:pt x="114267" y="1"/>
                    <a:pt x="255220" y="1"/>
                  </a:cubicBezTo>
                  <a:close/>
                </a:path>
              </a:pathLst>
            </a:custGeom>
            <a:solidFill>
              <a:srgbClr val="00BCD4"/>
            </a:solidFill>
            <a:ln w="50950" cap="flat">
              <a:solidFill>
                <a:srgbClr val="FFFFFF"/>
              </a:solidFill>
              <a:prstDash val="solid"/>
              <a:miter/>
            </a:ln>
          </p:spPr>
          <p:txBody>
            <a:bodyPr rtlCol="0" anchor="ctr"/>
            <a:lstStyle/>
            <a:p>
              <a:endParaRPr lang="en-PK"/>
            </a:p>
          </p:txBody>
        </p:sp>
        <p:sp>
          <p:nvSpPr>
            <p:cNvPr id="8" name="Freeform: Shape 7">
              <a:extLst>
                <a:ext uri="{FF2B5EF4-FFF2-40B4-BE49-F238E27FC236}">
                  <a16:creationId xmlns:a16="http://schemas.microsoft.com/office/drawing/2014/main" id="{1B8CA946-72AA-84D6-568C-5FC1DE972205}"/>
                </a:ext>
              </a:extLst>
            </p:cNvPr>
            <p:cNvSpPr/>
            <p:nvPr/>
          </p:nvSpPr>
          <p:spPr>
            <a:xfrm>
              <a:off x="1047203" y="3820475"/>
              <a:ext cx="472831" cy="317355"/>
            </a:xfrm>
            <a:custGeom>
              <a:avLst/>
              <a:gdLst>
                <a:gd name="connsiteX0" fmla="*/ 407337 w 472831"/>
                <a:gd name="connsiteY0" fmla="*/ 95472 h 317355"/>
                <a:gd name="connsiteX1" fmla="*/ 384881 w 472831"/>
                <a:gd name="connsiteY1" fmla="*/ 175230 h 317355"/>
                <a:gd name="connsiteX2" fmla="*/ 409721 w 472831"/>
                <a:gd name="connsiteY2" fmla="*/ 317235 h 317355"/>
                <a:gd name="connsiteX3" fmla="*/ 281261 w 472831"/>
                <a:gd name="connsiteY3" fmla="*/ 250319 h 317355"/>
                <a:gd name="connsiteX4" fmla="*/ 236174 w 472831"/>
                <a:gd name="connsiteY4" fmla="*/ 239287 h 317355"/>
                <a:gd name="connsiteX5" fmla="*/ 202485 w 472831"/>
                <a:gd name="connsiteY5" fmla="*/ 245378 h 317355"/>
                <a:gd name="connsiteX6" fmla="*/ 191083 w 472831"/>
                <a:gd name="connsiteY6" fmla="*/ 250302 h 317355"/>
                <a:gd name="connsiteX7" fmla="*/ 61263 w 472831"/>
                <a:gd name="connsiteY7" fmla="*/ 317742 h 317355"/>
                <a:gd name="connsiteX8" fmla="*/ 87973 w 472831"/>
                <a:gd name="connsiteY8" fmla="*/ 169647 h 317355"/>
                <a:gd name="connsiteX9" fmla="*/ 63644 w 472831"/>
                <a:gd name="connsiteY9" fmla="*/ 94948 h 317355"/>
                <a:gd name="connsiteX10" fmla="*/ -2201 w 472831"/>
                <a:gd name="connsiteY10" fmla="*/ 31145 h 317355"/>
                <a:gd name="connsiteX11" fmla="*/ -2201 w 472831"/>
                <a:gd name="connsiteY11" fmla="*/ 28285 h 317355"/>
                <a:gd name="connsiteX12" fmla="*/ 235492 w 472831"/>
                <a:gd name="connsiteY12" fmla="*/ 28285 h 317355"/>
                <a:gd name="connsiteX13" fmla="*/ 470631 w 472831"/>
                <a:gd name="connsiteY13" fmla="*/ 33209 h 317355"/>
                <a:gd name="connsiteX14" fmla="*/ 412613 w 472831"/>
                <a:gd name="connsiteY14" fmla="*/ 89753 h 317355"/>
                <a:gd name="connsiteX15" fmla="*/ 407678 w 472831"/>
                <a:gd name="connsiteY15" fmla="*/ 95202 h 31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2831" h="317355">
                  <a:moveTo>
                    <a:pt x="407337" y="95472"/>
                  </a:moveTo>
                  <a:cubicBezTo>
                    <a:pt x="388113" y="117332"/>
                    <a:pt x="379946" y="146636"/>
                    <a:pt x="384881" y="175230"/>
                  </a:cubicBezTo>
                  <a:lnTo>
                    <a:pt x="409721" y="317235"/>
                  </a:lnTo>
                  <a:lnTo>
                    <a:pt x="281261" y="250319"/>
                  </a:lnTo>
                  <a:cubicBezTo>
                    <a:pt x="267307" y="243128"/>
                    <a:pt x="251826" y="239355"/>
                    <a:pt x="236174" y="239287"/>
                  </a:cubicBezTo>
                  <a:cubicBezTo>
                    <a:pt x="224601" y="239287"/>
                    <a:pt x="213202" y="241351"/>
                    <a:pt x="202485" y="245378"/>
                  </a:cubicBezTo>
                  <a:cubicBezTo>
                    <a:pt x="198568" y="246749"/>
                    <a:pt x="194825" y="248390"/>
                    <a:pt x="191083" y="250302"/>
                  </a:cubicBezTo>
                  <a:lnTo>
                    <a:pt x="61263" y="317742"/>
                  </a:lnTo>
                  <a:lnTo>
                    <a:pt x="87973" y="169647"/>
                  </a:lnTo>
                  <a:cubicBezTo>
                    <a:pt x="92908" y="142288"/>
                    <a:pt x="83720" y="114269"/>
                    <a:pt x="63644" y="94948"/>
                  </a:cubicBezTo>
                  <a:lnTo>
                    <a:pt x="-2201" y="31145"/>
                  </a:lnTo>
                  <a:lnTo>
                    <a:pt x="-2201" y="28285"/>
                  </a:lnTo>
                  <a:cubicBezTo>
                    <a:pt x="-2201" y="28285"/>
                    <a:pt x="126767" y="-34486"/>
                    <a:pt x="235492" y="28285"/>
                  </a:cubicBezTo>
                  <a:cubicBezTo>
                    <a:pt x="340130" y="88450"/>
                    <a:pt x="461106" y="37371"/>
                    <a:pt x="470631" y="33209"/>
                  </a:cubicBezTo>
                  <a:lnTo>
                    <a:pt x="412613" y="89753"/>
                  </a:lnTo>
                  <a:cubicBezTo>
                    <a:pt x="410914" y="91412"/>
                    <a:pt x="409210" y="93239"/>
                    <a:pt x="407678" y="95202"/>
                  </a:cubicBezTo>
                  <a:close/>
                </a:path>
              </a:pathLst>
            </a:custGeom>
            <a:solidFill>
              <a:srgbClr val="FFD217"/>
            </a:solidFill>
            <a:ln w="16983" cap="flat">
              <a:noFill/>
              <a:prstDash val="solid"/>
              <a:miter/>
            </a:ln>
          </p:spPr>
          <p:txBody>
            <a:bodyPr rtlCol="0" anchor="ctr"/>
            <a:lstStyle/>
            <a:p>
              <a:endParaRPr lang="en-PK"/>
            </a:p>
          </p:txBody>
        </p:sp>
        <p:sp>
          <p:nvSpPr>
            <p:cNvPr id="9" name="Freeform: Shape 8">
              <a:extLst>
                <a:ext uri="{FF2B5EF4-FFF2-40B4-BE49-F238E27FC236}">
                  <a16:creationId xmlns:a16="http://schemas.microsoft.com/office/drawing/2014/main" id="{F411D4C6-98D5-8F02-0603-59AAED306861}"/>
                </a:ext>
              </a:extLst>
            </p:cNvPr>
            <p:cNvSpPr/>
            <p:nvPr/>
          </p:nvSpPr>
          <p:spPr>
            <a:xfrm>
              <a:off x="875756" y="3441863"/>
              <a:ext cx="816339" cy="812914"/>
            </a:xfrm>
            <a:custGeom>
              <a:avLst/>
              <a:gdLst>
                <a:gd name="connsiteX0" fmla="*/ 799392 w 816339"/>
                <a:gd name="connsiteY0" fmla="*/ 379015 h 812914"/>
                <a:gd name="connsiteX1" fmla="*/ 650174 w 816339"/>
                <a:gd name="connsiteY1" fmla="*/ 524134 h 812914"/>
                <a:gd name="connsiteX2" fmla="*/ 641496 w 816339"/>
                <a:gd name="connsiteY2" fmla="*/ 550984 h 812914"/>
                <a:gd name="connsiteX3" fmla="*/ 677058 w 816339"/>
                <a:gd name="connsiteY3" fmla="*/ 755506 h 812914"/>
                <a:gd name="connsiteX4" fmla="*/ 666341 w 816339"/>
                <a:gd name="connsiteY4" fmla="*/ 795182 h 812914"/>
                <a:gd name="connsiteX5" fmla="*/ 628565 w 816339"/>
                <a:gd name="connsiteY5" fmla="*/ 812812 h 812914"/>
                <a:gd name="connsiteX6" fmla="*/ 605768 w 816339"/>
                <a:gd name="connsiteY6" fmla="*/ 807110 h 812914"/>
                <a:gd name="connsiteX7" fmla="*/ 420647 w 816339"/>
                <a:gd name="connsiteY7" fmla="*/ 710670 h 812914"/>
                <a:gd name="connsiteX8" fmla="*/ 406358 w 816339"/>
                <a:gd name="connsiteY8" fmla="*/ 707168 h 812914"/>
                <a:gd name="connsiteX9" fmla="*/ 392234 w 816339"/>
                <a:gd name="connsiteY9" fmla="*/ 710670 h 812914"/>
                <a:gd name="connsiteX10" fmla="*/ 205244 w 816339"/>
                <a:gd name="connsiteY10" fmla="*/ 807804 h 812914"/>
                <a:gd name="connsiteX11" fmla="*/ 182443 w 816339"/>
                <a:gd name="connsiteY11" fmla="*/ 813370 h 812914"/>
                <a:gd name="connsiteX12" fmla="*/ 144672 w 816339"/>
                <a:gd name="connsiteY12" fmla="*/ 795605 h 812914"/>
                <a:gd name="connsiteX13" fmla="*/ 134125 w 816339"/>
                <a:gd name="connsiteY13" fmla="*/ 755659 h 812914"/>
                <a:gd name="connsiteX14" fmla="*/ 171045 w 816339"/>
                <a:gd name="connsiteY14" fmla="*/ 551526 h 812914"/>
                <a:gd name="connsiteX15" fmla="*/ 162197 w 816339"/>
                <a:gd name="connsiteY15" fmla="*/ 524455 h 812914"/>
                <a:gd name="connsiteX16" fmla="*/ 12809 w 816339"/>
                <a:gd name="connsiteY16" fmla="*/ 380115 h 812914"/>
                <a:gd name="connsiteX17" fmla="*/ 218 w 816339"/>
                <a:gd name="connsiteY17" fmla="*/ 329932 h 812914"/>
                <a:gd name="connsiteX18" fmla="*/ 39863 w 816339"/>
                <a:gd name="connsiteY18" fmla="*/ 296601 h 812914"/>
                <a:gd name="connsiteX19" fmla="*/ 246589 w 816339"/>
                <a:gd name="connsiteY19" fmla="*/ 266383 h 812914"/>
                <a:gd name="connsiteX20" fmla="*/ 269390 w 816339"/>
                <a:gd name="connsiteY20" fmla="*/ 249904 h 812914"/>
                <a:gd name="connsiteX21" fmla="*/ 309371 w 816339"/>
                <a:gd name="connsiteY21" fmla="*/ 169266 h 812914"/>
                <a:gd name="connsiteX22" fmla="*/ 323324 w 816339"/>
                <a:gd name="connsiteY22" fmla="*/ 110048 h 812914"/>
                <a:gd name="connsiteX23" fmla="*/ 323324 w 816339"/>
                <a:gd name="connsiteY23" fmla="*/ 74906 h 812914"/>
                <a:gd name="connsiteX24" fmla="*/ 315328 w 816339"/>
                <a:gd name="connsiteY24" fmla="*/ 74906 h 812914"/>
                <a:gd name="connsiteX25" fmla="*/ 275513 w 816339"/>
                <a:gd name="connsiteY25" fmla="*/ 36601 h 812914"/>
                <a:gd name="connsiteX26" fmla="*/ 275513 w 816339"/>
                <a:gd name="connsiteY26" fmla="*/ 35382 h 812914"/>
                <a:gd name="connsiteX27" fmla="*/ 286404 w 816339"/>
                <a:gd name="connsiteY27" fmla="*/ 11357 h 812914"/>
                <a:gd name="connsiteX28" fmla="*/ 312948 w 816339"/>
                <a:gd name="connsiteY28" fmla="*/ 460 h 812914"/>
                <a:gd name="connsiteX29" fmla="*/ 496702 w 816339"/>
                <a:gd name="connsiteY29" fmla="*/ 460 h 812914"/>
                <a:gd name="connsiteX30" fmla="*/ 536518 w 816339"/>
                <a:gd name="connsiteY30" fmla="*/ 38766 h 812914"/>
                <a:gd name="connsiteX31" fmla="*/ 536518 w 816339"/>
                <a:gd name="connsiteY31" fmla="*/ 39984 h 812914"/>
                <a:gd name="connsiteX32" fmla="*/ 525630 w 816339"/>
                <a:gd name="connsiteY32" fmla="*/ 63993 h 812914"/>
                <a:gd name="connsiteX33" fmla="*/ 499257 w 816339"/>
                <a:gd name="connsiteY33" fmla="*/ 74889 h 812914"/>
                <a:gd name="connsiteX34" fmla="*/ 488876 w 816339"/>
                <a:gd name="connsiteY34" fmla="*/ 74889 h 812914"/>
                <a:gd name="connsiteX35" fmla="*/ 488876 w 816339"/>
                <a:gd name="connsiteY35" fmla="*/ 110420 h 812914"/>
                <a:gd name="connsiteX36" fmla="*/ 502829 w 816339"/>
                <a:gd name="connsiteY36" fmla="*/ 169925 h 812914"/>
                <a:gd name="connsiteX37" fmla="*/ 542474 w 816339"/>
                <a:gd name="connsiteY37" fmla="*/ 249447 h 812914"/>
                <a:gd name="connsiteX38" fmla="*/ 565441 w 816339"/>
                <a:gd name="connsiteY38" fmla="*/ 266044 h 812914"/>
                <a:gd name="connsiteX39" fmla="*/ 772001 w 816339"/>
                <a:gd name="connsiteY39" fmla="*/ 295620 h 812914"/>
                <a:gd name="connsiteX40" fmla="*/ 811642 w 816339"/>
                <a:gd name="connsiteY40" fmla="*/ 328816 h 812914"/>
                <a:gd name="connsiteX41" fmla="*/ 799392 w 816339"/>
                <a:gd name="connsiteY41" fmla="*/ 379015 h 812914"/>
                <a:gd name="connsiteX42" fmla="*/ 596239 w 816339"/>
                <a:gd name="connsiteY42" fmla="*/ 491530 h 812914"/>
                <a:gd name="connsiteX43" fmla="*/ 739500 w 816339"/>
                <a:gd name="connsiteY43" fmla="*/ 352249 h 812914"/>
                <a:gd name="connsiteX44" fmla="*/ 541112 w 816339"/>
                <a:gd name="connsiteY44" fmla="*/ 323977 h 812914"/>
                <a:gd name="connsiteX45" fmla="*/ 494833 w 816339"/>
                <a:gd name="connsiteY45" fmla="*/ 290510 h 812914"/>
                <a:gd name="connsiteX46" fmla="*/ 438002 w 816339"/>
                <a:gd name="connsiteY46" fmla="*/ 176507 h 812914"/>
                <a:gd name="connsiteX47" fmla="*/ 423883 w 816339"/>
                <a:gd name="connsiteY47" fmla="*/ 116968 h 812914"/>
                <a:gd name="connsiteX48" fmla="*/ 423883 w 816339"/>
                <a:gd name="connsiteY48" fmla="*/ 83670 h 812914"/>
                <a:gd name="connsiteX49" fmla="*/ 415035 w 816339"/>
                <a:gd name="connsiteY49" fmla="*/ 74838 h 812914"/>
                <a:gd name="connsiteX50" fmla="*/ 396829 w 816339"/>
                <a:gd name="connsiteY50" fmla="*/ 74838 h 812914"/>
                <a:gd name="connsiteX51" fmla="*/ 387981 w 816339"/>
                <a:gd name="connsiteY51" fmla="*/ 83670 h 812914"/>
                <a:gd name="connsiteX52" fmla="*/ 387981 w 816339"/>
                <a:gd name="connsiteY52" fmla="*/ 117120 h 812914"/>
                <a:gd name="connsiteX53" fmla="*/ 374028 w 816339"/>
                <a:gd name="connsiteY53" fmla="*/ 176338 h 812914"/>
                <a:gd name="connsiteX54" fmla="*/ 317372 w 816339"/>
                <a:gd name="connsiteY54" fmla="*/ 290713 h 812914"/>
                <a:gd name="connsiteX55" fmla="*/ 271089 w 816339"/>
                <a:gd name="connsiteY55" fmla="*/ 324298 h 812914"/>
                <a:gd name="connsiteX56" fmla="*/ 72700 w 816339"/>
                <a:gd name="connsiteY56" fmla="*/ 353213 h 812914"/>
                <a:gd name="connsiteX57" fmla="*/ 221067 w 816339"/>
                <a:gd name="connsiteY57" fmla="*/ 496521 h 812914"/>
                <a:gd name="connsiteX58" fmla="*/ 235190 w 816339"/>
                <a:gd name="connsiteY58" fmla="*/ 540224 h 812914"/>
                <a:gd name="connsiteX59" fmla="*/ 198606 w 816339"/>
                <a:gd name="connsiteY59" fmla="*/ 742664 h 812914"/>
                <a:gd name="connsiteX60" fmla="*/ 378111 w 816339"/>
                <a:gd name="connsiteY60" fmla="*/ 649608 h 812914"/>
                <a:gd name="connsiteX61" fmla="*/ 406528 w 816339"/>
                <a:gd name="connsiteY61" fmla="*/ 642603 h 812914"/>
                <a:gd name="connsiteX62" fmla="*/ 435111 w 816339"/>
                <a:gd name="connsiteY62" fmla="*/ 649608 h 812914"/>
                <a:gd name="connsiteX63" fmla="*/ 612742 w 816339"/>
                <a:gd name="connsiteY63" fmla="*/ 742207 h 812914"/>
                <a:gd name="connsiteX64" fmla="*/ 578543 w 816339"/>
                <a:gd name="connsiteY64" fmla="*/ 545942 h 812914"/>
                <a:gd name="connsiteX65" fmla="*/ 596239 w 816339"/>
                <a:gd name="connsiteY65" fmla="*/ 491530 h 81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816339" h="812914">
                  <a:moveTo>
                    <a:pt x="799392" y="379015"/>
                  </a:moveTo>
                  <a:lnTo>
                    <a:pt x="650174" y="524134"/>
                  </a:lnTo>
                  <a:cubicBezTo>
                    <a:pt x="643029" y="531121"/>
                    <a:pt x="639797" y="541154"/>
                    <a:pt x="641496" y="550984"/>
                  </a:cubicBezTo>
                  <a:lnTo>
                    <a:pt x="677058" y="755506"/>
                  </a:lnTo>
                  <a:cubicBezTo>
                    <a:pt x="679609" y="769651"/>
                    <a:pt x="675695" y="784201"/>
                    <a:pt x="666341" y="795182"/>
                  </a:cubicBezTo>
                  <a:cubicBezTo>
                    <a:pt x="656982" y="806332"/>
                    <a:pt x="643199" y="812795"/>
                    <a:pt x="628565" y="812812"/>
                  </a:cubicBezTo>
                  <a:cubicBezTo>
                    <a:pt x="620568" y="812795"/>
                    <a:pt x="612742" y="810850"/>
                    <a:pt x="605768" y="807110"/>
                  </a:cubicBezTo>
                  <a:lnTo>
                    <a:pt x="420647" y="710670"/>
                  </a:lnTo>
                  <a:cubicBezTo>
                    <a:pt x="416223" y="708352"/>
                    <a:pt x="411288" y="707151"/>
                    <a:pt x="406358" y="707168"/>
                  </a:cubicBezTo>
                  <a:cubicBezTo>
                    <a:pt x="401423" y="707168"/>
                    <a:pt x="396658" y="708369"/>
                    <a:pt x="392234" y="710670"/>
                  </a:cubicBezTo>
                  <a:lnTo>
                    <a:pt x="205244" y="807804"/>
                  </a:lnTo>
                  <a:cubicBezTo>
                    <a:pt x="198270" y="811442"/>
                    <a:pt x="190440" y="813337"/>
                    <a:pt x="182443" y="813370"/>
                  </a:cubicBezTo>
                  <a:cubicBezTo>
                    <a:pt x="167813" y="813303"/>
                    <a:pt x="154030" y="806806"/>
                    <a:pt x="144672" y="795605"/>
                  </a:cubicBezTo>
                  <a:cubicBezTo>
                    <a:pt x="135313" y="784540"/>
                    <a:pt x="131400" y="769871"/>
                    <a:pt x="134125" y="755659"/>
                  </a:cubicBezTo>
                  <a:lnTo>
                    <a:pt x="171045" y="551526"/>
                  </a:lnTo>
                  <a:cubicBezTo>
                    <a:pt x="172748" y="541628"/>
                    <a:pt x="169512" y="531476"/>
                    <a:pt x="162197" y="524455"/>
                  </a:cubicBezTo>
                  <a:lnTo>
                    <a:pt x="12809" y="380115"/>
                  </a:lnTo>
                  <a:cubicBezTo>
                    <a:pt x="-634" y="367138"/>
                    <a:pt x="-5568" y="347664"/>
                    <a:pt x="218" y="329932"/>
                  </a:cubicBezTo>
                  <a:cubicBezTo>
                    <a:pt x="6004" y="312184"/>
                    <a:pt x="21316" y="299240"/>
                    <a:pt x="39863" y="296601"/>
                  </a:cubicBezTo>
                  <a:lnTo>
                    <a:pt x="246589" y="266383"/>
                  </a:lnTo>
                  <a:cubicBezTo>
                    <a:pt x="256458" y="264945"/>
                    <a:pt x="264966" y="258786"/>
                    <a:pt x="269390" y="249904"/>
                  </a:cubicBezTo>
                  <a:lnTo>
                    <a:pt x="309371" y="169266"/>
                  </a:lnTo>
                  <a:cubicBezTo>
                    <a:pt x="318560" y="150840"/>
                    <a:pt x="323324" y="130588"/>
                    <a:pt x="323324" y="110048"/>
                  </a:cubicBezTo>
                  <a:lnTo>
                    <a:pt x="323324" y="74906"/>
                  </a:lnTo>
                  <a:lnTo>
                    <a:pt x="315328" y="74906"/>
                  </a:lnTo>
                  <a:cubicBezTo>
                    <a:pt x="293719" y="75227"/>
                    <a:pt x="275853" y="58088"/>
                    <a:pt x="275513" y="36601"/>
                  </a:cubicBezTo>
                  <a:cubicBezTo>
                    <a:pt x="275513" y="36194"/>
                    <a:pt x="275513" y="35788"/>
                    <a:pt x="275513" y="35382"/>
                  </a:cubicBezTo>
                  <a:cubicBezTo>
                    <a:pt x="276023" y="26314"/>
                    <a:pt x="279937" y="17769"/>
                    <a:pt x="286404" y="11357"/>
                  </a:cubicBezTo>
                  <a:cubicBezTo>
                    <a:pt x="293379" y="4369"/>
                    <a:pt x="302908" y="460"/>
                    <a:pt x="312948" y="460"/>
                  </a:cubicBezTo>
                  <a:lnTo>
                    <a:pt x="496702" y="460"/>
                  </a:lnTo>
                  <a:cubicBezTo>
                    <a:pt x="518311" y="122"/>
                    <a:pt x="536177" y="17279"/>
                    <a:pt x="536518" y="38766"/>
                  </a:cubicBezTo>
                  <a:cubicBezTo>
                    <a:pt x="536518" y="39172"/>
                    <a:pt x="536518" y="39578"/>
                    <a:pt x="536518" y="39984"/>
                  </a:cubicBezTo>
                  <a:cubicBezTo>
                    <a:pt x="535836" y="49036"/>
                    <a:pt x="532094" y="57581"/>
                    <a:pt x="525630" y="63993"/>
                  </a:cubicBezTo>
                  <a:cubicBezTo>
                    <a:pt x="518651" y="70981"/>
                    <a:pt x="509122" y="74906"/>
                    <a:pt x="499257" y="74889"/>
                  </a:cubicBezTo>
                  <a:lnTo>
                    <a:pt x="488876" y="74889"/>
                  </a:lnTo>
                  <a:lnTo>
                    <a:pt x="488876" y="110420"/>
                  </a:lnTo>
                  <a:cubicBezTo>
                    <a:pt x="488876" y="131061"/>
                    <a:pt x="493640" y="151432"/>
                    <a:pt x="502829" y="169925"/>
                  </a:cubicBezTo>
                  <a:lnTo>
                    <a:pt x="542474" y="249447"/>
                  </a:lnTo>
                  <a:cubicBezTo>
                    <a:pt x="546898" y="258397"/>
                    <a:pt x="555406" y="264606"/>
                    <a:pt x="565441" y="266044"/>
                  </a:cubicBezTo>
                  <a:lnTo>
                    <a:pt x="772001" y="295620"/>
                  </a:lnTo>
                  <a:cubicBezTo>
                    <a:pt x="790544" y="298192"/>
                    <a:pt x="806030" y="311084"/>
                    <a:pt x="811642" y="328816"/>
                  </a:cubicBezTo>
                  <a:cubicBezTo>
                    <a:pt x="817598" y="346513"/>
                    <a:pt x="812834" y="366055"/>
                    <a:pt x="799392" y="379015"/>
                  </a:cubicBezTo>
                  <a:close/>
                  <a:moveTo>
                    <a:pt x="596239" y="491530"/>
                  </a:moveTo>
                  <a:lnTo>
                    <a:pt x="739500" y="352249"/>
                  </a:lnTo>
                  <a:lnTo>
                    <a:pt x="541112" y="323977"/>
                  </a:lnTo>
                  <a:cubicBezTo>
                    <a:pt x="521206" y="321049"/>
                    <a:pt x="503851" y="308546"/>
                    <a:pt x="494833" y="290510"/>
                  </a:cubicBezTo>
                  <a:lnTo>
                    <a:pt x="438002" y="176507"/>
                  </a:lnTo>
                  <a:cubicBezTo>
                    <a:pt x="428814" y="157997"/>
                    <a:pt x="423883" y="137626"/>
                    <a:pt x="423883" y="116968"/>
                  </a:cubicBezTo>
                  <a:lnTo>
                    <a:pt x="423883" y="83670"/>
                  </a:lnTo>
                  <a:cubicBezTo>
                    <a:pt x="423883" y="78797"/>
                    <a:pt x="419966" y="74838"/>
                    <a:pt x="415035" y="74838"/>
                  </a:cubicBezTo>
                  <a:lnTo>
                    <a:pt x="396829" y="74838"/>
                  </a:lnTo>
                  <a:cubicBezTo>
                    <a:pt x="391894" y="74838"/>
                    <a:pt x="387981" y="78797"/>
                    <a:pt x="387981" y="83670"/>
                  </a:cubicBezTo>
                  <a:lnTo>
                    <a:pt x="387981" y="117120"/>
                  </a:lnTo>
                  <a:cubicBezTo>
                    <a:pt x="387981" y="137660"/>
                    <a:pt x="383216" y="157913"/>
                    <a:pt x="374028" y="176338"/>
                  </a:cubicBezTo>
                  <a:lnTo>
                    <a:pt x="317372" y="290713"/>
                  </a:lnTo>
                  <a:cubicBezTo>
                    <a:pt x="308354" y="308749"/>
                    <a:pt x="291169" y="321269"/>
                    <a:pt x="271089" y="324298"/>
                  </a:cubicBezTo>
                  <a:lnTo>
                    <a:pt x="72700" y="353213"/>
                  </a:lnTo>
                  <a:lnTo>
                    <a:pt x="221067" y="496521"/>
                  </a:lnTo>
                  <a:cubicBezTo>
                    <a:pt x="232806" y="507823"/>
                    <a:pt x="238081" y="524218"/>
                    <a:pt x="235190" y="540224"/>
                  </a:cubicBezTo>
                  <a:lnTo>
                    <a:pt x="198606" y="742664"/>
                  </a:lnTo>
                  <a:lnTo>
                    <a:pt x="378111" y="649608"/>
                  </a:lnTo>
                  <a:cubicBezTo>
                    <a:pt x="386788" y="645023"/>
                    <a:pt x="396658" y="642620"/>
                    <a:pt x="406528" y="642603"/>
                  </a:cubicBezTo>
                  <a:cubicBezTo>
                    <a:pt x="416564" y="642620"/>
                    <a:pt x="426434" y="645023"/>
                    <a:pt x="435111" y="649608"/>
                  </a:cubicBezTo>
                  <a:lnTo>
                    <a:pt x="612742" y="742207"/>
                  </a:lnTo>
                  <a:lnTo>
                    <a:pt x="578543" y="545942"/>
                  </a:lnTo>
                  <a:cubicBezTo>
                    <a:pt x="574971" y="526011"/>
                    <a:pt x="581604" y="505657"/>
                    <a:pt x="596239" y="491530"/>
                  </a:cubicBezTo>
                  <a:close/>
                </a:path>
              </a:pathLst>
            </a:custGeom>
            <a:solidFill>
              <a:srgbClr val="FFFFFF"/>
            </a:solidFill>
            <a:ln w="16983" cap="flat">
              <a:noFill/>
              <a:prstDash val="solid"/>
              <a:miter/>
            </a:ln>
          </p:spPr>
          <p:txBody>
            <a:bodyPr rtlCol="0" anchor="ctr"/>
            <a:lstStyle/>
            <a:p>
              <a:endParaRPr lang="en-PK" dirty="0"/>
            </a:p>
          </p:txBody>
        </p:sp>
        <p:sp>
          <p:nvSpPr>
            <p:cNvPr id="12" name="Freeform: Shape 11">
              <a:extLst>
                <a:ext uri="{FF2B5EF4-FFF2-40B4-BE49-F238E27FC236}">
                  <a16:creationId xmlns:a16="http://schemas.microsoft.com/office/drawing/2014/main" id="{E86BE666-575B-3471-AF9F-9D17C7B8281B}"/>
                </a:ext>
              </a:extLst>
            </p:cNvPr>
            <p:cNvSpPr/>
            <p:nvPr/>
          </p:nvSpPr>
          <p:spPr>
            <a:xfrm>
              <a:off x="1110512" y="3853314"/>
              <a:ext cx="409541" cy="284533"/>
            </a:xfrm>
            <a:custGeom>
              <a:avLst/>
              <a:gdLst>
                <a:gd name="connsiteX0" fmla="*/ 344036 w 409541"/>
                <a:gd name="connsiteY0" fmla="*/ 62644 h 284533"/>
                <a:gd name="connsiteX1" fmla="*/ 321576 w 409541"/>
                <a:gd name="connsiteY1" fmla="*/ 142402 h 284533"/>
                <a:gd name="connsiteX2" fmla="*/ 346416 w 409541"/>
                <a:gd name="connsiteY2" fmla="*/ 284407 h 284533"/>
                <a:gd name="connsiteX3" fmla="*/ 217955 w 409541"/>
                <a:gd name="connsiteY3" fmla="*/ 217491 h 284533"/>
                <a:gd name="connsiteX4" fmla="*/ 172698 w 409541"/>
                <a:gd name="connsiteY4" fmla="*/ 206459 h 284533"/>
                <a:gd name="connsiteX5" fmla="*/ 139180 w 409541"/>
                <a:gd name="connsiteY5" fmla="*/ 212550 h 284533"/>
                <a:gd name="connsiteX6" fmla="*/ 127777 w 409541"/>
                <a:gd name="connsiteY6" fmla="*/ 217474 h 284533"/>
                <a:gd name="connsiteX7" fmla="*/ -2212 w 409541"/>
                <a:gd name="connsiteY7" fmla="*/ 284914 h 284533"/>
                <a:gd name="connsiteX8" fmla="*/ 407330 w 409541"/>
                <a:gd name="connsiteY8" fmla="*/ 381 h 284533"/>
                <a:gd name="connsiteX9" fmla="*/ 349307 w 409541"/>
                <a:gd name="connsiteY9" fmla="*/ 56925 h 284533"/>
                <a:gd name="connsiteX10" fmla="*/ 344377 w 409541"/>
                <a:gd name="connsiteY10" fmla="*/ 62374 h 28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9541" h="284533">
                  <a:moveTo>
                    <a:pt x="344036" y="62644"/>
                  </a:moveTo>
                  <a:cubicBezTo>
                    <a:pt x="324807" y="84504"/>
                    <a:pt x="316641" y="113808"/>
                    <a:pt x="321576" y="142402"/>
                  </a:cubicBezTo>
                  <a:lnTo>
                    <a:pt x="346416" y="284407"/>
                  </a:lnTo>
                  <a:lnTo>
                    <a:pt x="217955" y="217491"/>
                  </a:lnTo>
                  <a:cubicBezTo>
                    <a:pt x="204006" y="210300"/>
                    <a:pt x="188521" y="206527"/>
                    <a:pt x="172698" y="206459"/>
                  </a:cubicBezTo>
                  <a:cubicBezTo>
                    <a:pt x="161300" y="206459"/>
                    <a:pt x="149897" y="208523"/>
                    <a:pt x="139180" y="212550"/>
                  </a:cubicBezTo>
                  <a:cubicBezTo>
                    <a:pt x="135267" y="213920"/>
                    <a:pt x="131524" y="215562"/>
                    <a:pt x="127777" y="217474"/>
                  </a:cubicBezTo>
                  <a:lnTo>
                    <a:pt x="-2212" y="284914"/>
                  </a:lnTo>
                  <a:lnTo>
                    <a:pt x="407330" y="381"/>
                  </a:lnTo>
                  <a:lnTo>
                    <a:pt x="349307" y="56925"/>
                  </a:lnTo>
                  <a:cubicBezTo>
                    <a:pt x="347438" y="58583"/>
                    <a:pt x="345905" y="60411"/>
                    <a:pt x="344377" y="62374"/>
                  </a:cubicBezTo>
                  <a:close/>
                </a:path>
              </a:pathLst>
            </a:custGeom>
            <a:solidFill>
              <a:srgbClr val="FFFFFF">
                <a:alpha val="30000"/>
              </a:srgbClr>
            </a:solidFill>
            <a:ln w="16983" cap="flat">
              <a:noFill/>
              <a:prstDash val="solid"/>
              <a:miter/>
            </a:ln>
          </p:spPr>
          <p:txBody>
            <a:bodyPr rtlCol="0" anchor="ctr"/>
            <a:lstStyle/>
            <a:p>
              <a:endParaRPr lang="en-PK"/>
            </a:p>
          </p:txBody>
        </p:sp>
      </p:grpSp>
    </p:spTree>
    <p:extLst>
      <p:ext uri="{BB962C8B-B14F-4D97-AF65-F5344CB8AC3E}">
        <p14:creationId xmlns:p14="http://schemas.microsoft.com/office/powerpoint/2010/main" val="454575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Rectangle 2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FDD6A2-4065-A65C-D54B-C768F8E5CBCC}"/>
              </a:ext>
            </a:extLst>
          </p:cNvPr>
          <p:cNvSpPr>
            <a:spLocks noGrp="1"/>
          </p:cNvSpPr>
          <p:nvPr>
            <p:ph type="title"/>
          </p:nvPr>
        </p:nvSpPr>
        <p:spPr>
          <a:xfrm>
            <a:off x="301782" y="1093439"/>
            <a:ext cx="3434251" cy="1089638"/>
          </a:xfrm>
        </p:spPr>
        <p:txBody>
          <a:bodyPr vert="horz" lIns="91440" tIns="45720" rIns="91440" bIns="45720" rtlCol="0" anchor="b">
            <a:normAutofit/>
          </a:bodyPr>
          <a:lstStyle/>
          <a:p>
            <a:r>
              <a:rPr lang="en-US" sz="4000" b="1" kern="1200" dirty="0">
                <a:solidFill>
                  <a:srgbClr val="FFFFFF"/>
                </a:solidFill>
                <a:latin typeface="+mj-lt"/>
                <a:ea typeface="+mj-ea"/>
                <a:cs typeface="+mj-cs"/>
              </a:rPr>
              <a:t>SEO Scores </a:t>
            </a:r>
          </a:p>
        </p:txBody>
      </p:sp>
      <p:sp>
        <p:nvSpPr>
          <p:cNvPr id="10" name="Content Placeholder 9">
            <a:extLst>
              <a:ext uri="{FF2B5EF4-FFF2-40B4-BE49-F238E27FC236}">
                <a16:creationId xmlns:a16="http://schemas.microsoft.com/office/drawing/2014/main" id="{39278B05-8595-835E-F5B2-45B48157E70C}"/>
              </a:ext>
            </a:extLst>
          </p:cNvPr>
          <p:cNvSpPr>
            <a:spLocks noGrp="1"/>
          </p:cNvSpPr>
          <p:nvPr>
            <p:ph idx="1"/>
          </p:nvPr>
        </p:nvSpPr>
        <p:spPr>
          <a:xfrm>
            <a:off x="4062449" y="3762296"/>
            <a:ext cx="7755889" cy="3069771"/>
          </a:xfrm>
        </p:spPr>
        <p:txBody>
          <a:bodyPr vert="horz" lIns="91440" tIns="45720" rIns="91440" bIns="45720" rtlCol="0" anchor="ctr">
            <a:normAutofit/>
          </a:bodyPr>
          <a:lstStyle/>
          <a:p>
            <a:r>
              <a:rPr lang="en-US" sz="2000" dirty="0"/>
              <a:t>Now we have made the website 86% optimized for SEO which is superb!</a:t>
            </a:r>
          </a:p>
          <a:p>
            <a:r>
              <a:rPr lang="en-US" sz="2000" dirty="0"/>
              <a:t>The only thing that lacks behind is performance score due to the server issues, although it isn't Icon’s task, but we can help you guys work in this as well if you’d like using the services of </a:t>
            </a:r>
            <a:r>
              <a:rPr lang="en-US" sz="2000" dirty="0" err="1"/>
              <a:t>Iconhost</a:t>
            </a:r>
            <a:r>
              <a:rPr lang="en-US" sz="2000" dirty="0"/>
              <a:t>.</a:t>
            </a:r>
          </a:p>
        </p:txBody>
      </p:sp>
      <p:pic>
        <p:nvPicPr>
          <p:cNvPr id="3" name="Content Placeholder 5" descr="A screenshot of a computer&#10;&#10;Description automatically generated">
            <a:extLst>
              <a:ext uri="{FF2B5EF4-FFF2-40B4-BE49-F238E27FC236}">
                <a16:creationId xmlns:a16="http://schemas.microsoft.com/office/drawing/2014/main" id="{FF6397F8-2A73-B92B-2481-72141AEDD8FA}"/>
              </a:ext>
            </a:extLst>
          </p:cNvPr>
          <p:cNvPicPr>
            <a:picLocks noChangeAspect="1"/>
          </p:cNvPicPr>
          <p:nvPr/>
        </p:nvPicPr>
        <p:blipFill rotWithShape="1">
          <a:blip r:embed="rId2"/>
          <a:srcRect l="2546" t="5431" b="43458"/>
          <a:stretch/>
        </p:blipFill>
        <p:spPr>
          <a:xfrm>
            <a:off x="2921910" y="121739"/>
            <a:ext cx="9128576" cy="4164357"/>
          </a:xfrm>
          <a:prstGeom prst="rect">
            <a:avLst/>
          </a:prstGeom>
        </p:spPr>
      </p:pic>
      <p:grpSp>
        <p:nvGrpSpPr>
          <p:cNvPr id="4" name="Graphic 2">
            <a:extLst>
              <a:ext uri="{FF2B5EF4-FFF2-40B4-BE49-F238E27FC236}">
                <a16:creationId xmlns:a16="http://schemas.microsoft.com/office/drawing/2014/main" id="{F704F0CF-5779-115D-5274-60395E9D9F24}"/>
              </a:ext>
            </a:extLst>
          </p:cNvPr>
          <p:cNvGrpSpPr/>
          <p:nvPr/>
        </p:nvGrpSpPr>
        <p:grpSpPr>
          <a:xfrm>
            <a:off x="11386237" y="6024872"/>
            <a:ext cx="664249" cy="660534"/>
            <a:chOff x="728569" y="3306496"/>
            <a:chExt cx="1111000" cy="1104786"/>
          </a:xfrm>
        </p:grpSpPr>
        <p:sp>
          <p:nvSpPr>
            <p:cNvPr id="5" name="Freeform: Shape 4">
              <a:extLst>
                <a:ext uri="{FF2B5EF4-FFF2-40B4-BE49-F238E27FC236}">
                  <a16:creationId xmlns:a16="http://schemas.microsoft.com/office/drawing/2014/main" id="{8DA56B72-BE76-5808-E425-2187E2A84300}"/>
                </a:ext>
              </a:extLst>
            </p:cNvPr>
            <p:cNvSpPr/>
            <p:nvPr/>
          </p:nvSpPr>
          <p:spPr>
            <a:xfrm>
              <a:off x="728569" y="3306496"/>
              <a:ext cx="1111000" cy="1104786"/>
            </a:xfrm>
            <a:custGeom>
              <a:avLst/>
              <a:gdLst>
                <a:gd name="connsiteX0" fmla="*/ 855783 w 1111000"/>
                <a:gd name="connsiteY0" fmla="*/ 1 h 1104786"/>
                <a:gd name="connsiteX1" fmla="*/ 1111002 w 1111000"/>
                <a:gd name="connsiteY1" fmla="*/ 1 h 1104786"/>
                <a:gd name="connsiteX2" fmla="*/ 1111002 w 1111000"/>
                <a:gd name="connsiteY2" fmla="*/ 1104788 h 1104786"/>
                <a:gd name="connsiteX3" fmla="*/ 855783 w 1111000"/>
                <a:gd name="connsiteY3" fmla="*/ 1104788 h 1104786"/>
                <a:gd name="connsiteX4" fmla="*/ 255220 w 1111000"/>
                <a:gd name="connsiteY4" fmla="*/ 1104788 h 1104786"/>
                <a:gd name="connsiteX5" fmla="*/ 1 w 1111000"/>
                <a:gd name="connsiteY5" fmla="*/ 1104788 h 1104786"/>
                <a:gd name="connsiteX6" fmla="*/ 1 w 1111000"/>
                <a:gd name="connsiteY6" fmla="*/ 1 h 1104786"/>
                <a:gd name="connsiteX7" fmla="*/ 255220 w 1111000"/>
                <a:gd name="connsiteY7" fmla="*/ 1 h 110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000" h="1104786">
                  <a:moveTo>
                    <a:pt x="855783" y="1"/>
                  </a:moveTo>
                  <a:cubicBezTo>
                    <a:pt x="996736" y="1"/>
                    <a:pt x="1111002" y="1"/>
                    <a:pt x="1111002" y="1"/>
                  </a:cubicBezTo>
                  <a:lnTo>
                    <a:pt x="1111002" y="1104788"/>
                  </a:lnTo>
                  <a:cubicBezTo>
                    <a:pt x="1111002" y="1104788"/>
                    <a:pt x="996736" y="1104788"/>
                    <a:pt x="855783" y="1104788"/>
                  </a:cubicBezTo>
                  <a:lnTo>
                    <a:pt x="255220" y="1104788"/>
                  </a:lnTo>
                  <a:cubicBezTo>
                    <a:pt x="114267" y="1104788"/>
                    <a:pt x="1" y="1104788"/>
                    <a:pt x="1" y="1104788"/>
                  </a:cubicBezTo>
                  <a:lnTo>
                    <a:pt x="1" y="1"/>
                  </a:lnTo>
                  <a:cubicBezTo>
                    <a:pt x="1" y="1"/>
                    <a:pt x="114267" y="1"/>
                    <a:pt x="255220" y="1"/>
                  </a:cubicBezTo>
                  <a:close/>
                </a:path>
              </a:pathLst>
            </a:custGeom>
            <a:solidFill>
              <a:srgbClr val="00BCD4"/>
            </a:solidFill>
            <a:ln w="50950" cap="flat">
              <a:solidFill>
                <a:srgbClr val="FFFFFF"/>
              </a:solidFill>
              <a:prstDash val="solid"/>
              <a:miter/>
            </a:ln>
          </p:spPr>
          <p:txBody>
            <a:bodyPr rtlCol="0" anchor="ctr"/>
            <a:lstStyle/>
            <a:p>
              <a:endParaRPr lang="en-PK"/>
            </a:p>
          </p:txBody>
        </p:sp>
        <p:sp>
          <p:nvSpPr>
            <p:cNvPr id="7" name="Freeform: Shape 6">
              <a:extLst>
                <a:ext uri="{FF2B5EF4-FFF2-40B4-BE49-F238E27FC236}">
                  <a16:creationId xmlns:a16="http://schemas.microsoft.com/office/drawing/2014/main" id="{BD3A9212-8FF9-D857-B206-07BAE2F3BDCA}"/>
                </a:ext>
              </a:extLst>
            </p:cNvPr>
            <p:cNvSpPr/>
            <p:nvPr/>
          </p:nvSpPr>
          <p:spPr>
            <a:xfrm>
              <a:off x="1047203" y="3820475"/>
              <a:ext cx="472831" cy="317355"/>
            </a:xfrm>
            <a:custGeom>
              <a:avLst/>
              <a:gdLst>
                <a:gd name="connsiteX0" fmla="*/ 407337 w 472831"/>
                <a:gd name="connsiteY0" fmla="*/ 95472 h 317355"/>
                <a:gd name="connsiteX1" fmla="*/ 384881 w 472831"/>
                <a:gd name="connsiteY1" fmla="*/ 175230 h 317355"/>
                <a:gd name="connsiteX2" fmla="*/ 409721 w 472831"/>
                <a:gd name="connsiteY2" fmla="*/ 317235 h 317355"/>
                <a:gd name="connsiteX3" fmla="*/ 281261 w 472831"/>
                <a:gd name="connsiteY3" fmla="*/ 250319 h 317355"/>
                <a:gd name="connsiteX4" fmla="*/ 236174 w 472831"/>
                <a:gd name="connsiteY4" fmla="*/ 239287 h 317355"/>
                <a:gd name="connsiteX5" fmla="*/ 202485 w 472831"/>
                <a:gd name="connsiteY5" fmla="*/ 245378 h 317355"/>
                <a:gd name="connsiteX6" fmla="*/ 191083 w 472831"/>
                <a:gd name="connsiteY6" fmla="*/ 250302 h 317355"/>
                <a:gd name="connsiteX7" fmla="*/ 61263 w 472831"/>
                <a:gd name="connsiteY7" fmla="*/ 317742 h 317355"/>
                <a:gd name="connsiteX8" fmla="*/ 87973 w 472831"/>
                <a:gd name="connsiteY8" fmla="*/ 169647 h 317355"/>
                <a:gd name="connsiteX9" fmla="*/ 63644 w 472831"/>
                <a:gd name="connsiteY9" fmla="*/ 94948 h 317355"/>
                <a:gd name="connsiteX10" fmla="*/ -2201 w 472831"/>
                <a:gd name="connsiteY10" fmla="*/ 31145 h 317355"/>
                <a:gd name="connsiteX11" fmla="*/ -2201 w 472831"/>
                <a:gd name="connsiteY11" fmla="*/ 28285 h 317355"/>
                <a:gd name="connsiteX12" fmla="*/ 235492 w 472831"/>
                <a:gd name="connsiteY12" fmla="*/ 28285 h 317355"/>
                <a:gd name="connsiteX13" fmla="*/ 470631 w 472831"/>
                <a:gd name="connsiteY13" fmla="*/ 33209 h 317355"/>
                <a:gd name="connsiteX14" fmla="*/ 412613 w 472831"/>
                <a:gd name="connsiteY14" fmla="*/ 89753 h 317355"/>
                <a:gd name="connsiteX15" fmla="*/ 407678 w 472831"/>
                <a:gd name="connsiteY15" fmla="*/ 95202 h 31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2831" h="317355">
                  <a:moveTo>
                    <a:pt x="407337" y="95472"/>
                  </a:moveTo>
                  <a:cubicBezTo>
                    <a:pt x="388113" y="117332"/>
                    <a:pt x="379946" y="146636"/>
                    <a:pt x="384881" y="175230"/>
                  </a:cubicBezTo>
                  <a:lnTo>
                    <a:pt x="409721" y="317235"/>
                  </a:lnTo>
                  <a:lnTo>
                    <a:pt x="281261" y="250319"/>
                  </a:lnTo>
                  <a:cubicBezTo>
                    <a:pt x="267307" y="243128"/>
                    <a:pt x="251826" y="239355"/>
                    <a:pt x="236174" y="239287"/>
                  </a:cubicBezTo>
                  <a:cubicBezTo>
                    <a:pt x="224601" y="239287"/>
                    <a:pt x="213202" y="241351"/>
                    <a:pt x="202485" y="245378"/>
                  </a:cubicBezTo>
                  <a:cubicBezTo>
                    <a:pt x="198568" y="246749"/>
                    <a:pt x="194825" y="248390"/>
                    <a:pt x="191083" y="250302"/>
                  </a:cubicBezTo>
                  <a:lnTo>
                    <a:pt x="61263" y="317742"/>
                  </a:lnTo>
                  <a:lnTo>
                    <a:pt x="87973" y="169647"/>
                  </a:lnTo>
                  <a:cubicBezTo>
                    <a:pt x="92908" y="142288"/>
                    <a:pt x="83720" y="114269"/>
                    <a:pt x="63644" y="94948"/>
                  </a:cubicBezTo>
                  <a:lnTo>
                    <a:pt x="-2201" y="31145"/>
                  </a:lnTo>
                  <a:lnTo>
                    <a:pt x="-2201" y="28285"/>
                  </a:lnTo>
                  <a:cubicBezTo>
                    <a:pt x="-2201" y="28285"/>
                    <a:pt x="126767" y="-34486"/>
                    <a:pt x="235492" y="28285"/>
                  </a:cubicBezTo>
                  <a:cubicBezTo>
                    <a:pt x="340130" y="88450"/>
                    <a:pt x="461106" y="37371"/>
                    <a:pt x="470631" y="33209"/>
                  </a:cubicBezTo>
                  <a:lnTo>
                    <a:pt x="412613" y="89753"/>
                  </a:lnTo>
                  <a:cubicBezTo>
                    <a:pt x="410914" y="91412"/>
                    <a:pt x="409210" y="93239"/>
                    <a:pt x="407678" y="95202"/>
                  </a:cubicBezTo>
                  <a:close/>
                </a:path>
              </a:pathLst>
            </a:custGeom>
            <a:solidFill>
              <a:srgbClr val="FFD217"/>
            </a:solidFill>
            <a:ln w="16983" cap="flat">
              <a:noFill/>
              <a:prstDash val="solid"/>
              <a:miter/>
            </a:ln>
          </p:spPr>
          <p:txBody>
            <a:bodyPr rtlCol="0" anchor="ctr"/>
            <a:lstStyle/>
            <a:p>
              <a:endParaRPr lang="en-PK"/>
            </a:p>
          </p:txBody>
        </p:sp>
        <p:sp>
          <p:nvSpPr>
            <p:cNvPr id="8" name="Freeform: Shape 7">
              <a:extLst>
                <a:ext uri="{FF2B5EF4-FFF2-40B4-BE49-F238E27FC236}">
                  <a16:creationId xmlns:a16="http://schemas.microsoft.com/office/drawing/2014/main" id="{C16681F4-3C0D-9CAD-2B27-271DB48DD1D5}"/>
                </a:ext>
              </a:extLst>
            </p:cNvPr>
            <p:cNvSpPr/>
            <p:nvPr/>
          </p:nvSpPr>
          <p:spPr>
            <a:xfrm>
              <a:off x="875756" y="3441863"/>
              <a:ext cx="816339" cy="812914"/>
            </a:xfrm>
            <a:custGeom>
              <a:avLst/>
              <a:gdLst>
                <a:gd name="connsiteX0" fmla="*/ 799392 w 816339"/>
                <a:gd name="connsiteY0" fmla="*/ 379015 h 812914"/>
                <a:gd name="connsiteX1" fmla="*/ 650174 w 816339"/>
                <a:gd name="connsiteY1" fmla="*/ 524134 h 812914"/>
                <a:gd name="connsiteX2" fmla="*/ 641496 w 816339"/>
                <a:gd name="connsiteY2" fmla="*/ 550984 h 812914"/>
                <a:gd name="connsiteX3" fmla="*/ 677058 w 816339"/>
                <a:gd name="connsiteY3" fmla="*/ 755506 h 812914"/>
                <a:gd name="connsiteX4" fmla="*/ 666341 w 816339"/>
                <a:gd name="connsiteY4" fmla="*/ 795182 h 812914"/>
                <a:gd name="connsiteX5" fmla="*/ 628565 w 816339"/>
                <a:gd name="connsiteY5" fmla="*/ 812812 h 812914"/>
                <a:gd name="connsiteX6" fmla="*/ 605768 w 816339"/>
                <a:gd name="connsiteY6" fmla="*/ 807110 h 812914"/>
                <a:gd name="connsiteX7" fmla="*/ 420647 w 816339"/>
                <a:gd name="connsiteY7" fmla="*/ 710670 h 812914"/>
                <a:gd name="connsiteX8" fmla="*/ 406358 w 816339"/>
                <a:gd name="connsiteY8" fmla="*/ 707168 h 812914"/>
                <a:gd name="connsiteX9" fmla="*/ 392234 w 816339"/>
                <a:gd name="connsiteY9" fmla="*/ 710670 h 812914"/>
                <a:gd name="connsiteX10" fmla="*/ 205244 w 816339"/>
                <a:gd name="connsiteY10" fmla="*/ 807804 h 812914"/>
                <a:gd name="connsiteX11" fmla="*/ 182443 w 816339"/>
                <a:gd name="connsiteY11" fmla="*/ 813370 h 812914"/>
                <a:gd name="connsiteX12" fmla="*/ 144672 w 816339"/>
                <a:gd name="connsiteY12" fmla="*/ 795605 h 812914"/>
                <a:gd name="connsiteX13" fmla="*/ 134125 w 816339"/>
                <a:gd name="connsiteY13" fmla="*/ 755659 h 812914"/>
                <a:gd name="connsiteX14" fmla="*/ 171045 w 816339"/>
                <a:gd name="connsiteY14" fmla="*/ 551526 h 812914"/>
                <a:gd name="connsiteX15" fmla="*/ 162197 w 816339"/>
                <a:gd name="connsiteY15" fmla="*/ 524455 h 812914"/>
                <a:gd name="connsiteX16" fmla="*/ 12809 w 816339"/>
                <a:gd name="connsiteY16" fmla="*/ 380115 h 812914"/>
                <a:gd name="connsiteX17" fmla="*/ 218 w 816339"/>
                <a:gd name="connsiteY17" fmla="*/ 329932 h 812914"/>
                <a:gd name="connsiteX18" fmla="*/ 39863 w 816339"/>
                <a:gd name="connsiteY18" fmla="*/ 296601 h 812914"/>
                <a:gd name="connsiteX19" fmla="*/ 246589 w 816339"/>
                <a:gd name="connsiteY19" fmla="*/ 266383 h 812914"/>
                <a:gd name="connsiteX20" fmla="*/ 269390 w 816339"/>
                <a:gd name="connsiteY20" fmla="*/ 249904 h 812914"/>
                <a:gd name="connsiteX21" fmla="*/ 309371 w 816339"/>
                <a:gd name="connsiteY21" fmla="*/ 169266 h 812914"/>
                <a:gd name="connsiteX22" fmla="*/ 323324 w 816339"/>
                <a:gd name="connsiteY22" fmla="*/ 110048 h 812914"/>
                <a:gd name="connsiteX23" fmla="*/ 323324 w 816339"/>
                <a:gd name="connsiteY23" fmla="*/ 74906 h 812914"/>
                <a:gd name="connsiteX24" fmla="*/ 315328 w 816339"/>
                <a:gd name="connsiteY24" fmla="*/ 74906 h 812914"/>
                <a:gd name="connsiteX25" fmla="*/ 275513 w 816339"/>
                <a:gd name="connsiteY25" fmla="*/ 36601 h 812914"/>
                <a:gd name="connsiteX26" fmla="*/ 275513 w 816339"/>
                <a:gd name="connsiteY26" fmla="*/ 35382 h 812914"/>
                <a:gd name="connsiteX27" fmla="*/ 286404 w 816339"/>
                <a:gd name="connsiteY27" fmla="*/ 11357 h 812914"/>
                <a:gd name="connsiteX28" fmla="*/ 312948 w 816339"/>
                <a:gd name="connsiteY28" fmla="*/ 460 h 812914"/>
                <a:gd name="connsiteX29" fmla="*/ 496702 w 816339"/>
                <a:gd name="connsiteY29" fmla="*/ 460 h 812914"/>
                <a:gd name="connsiteX30" fmla="*/ 536518 w 816339"/>
                <a:gd name="connsiteY30" fmla="*/ 38766 h 812914"/>
                <a:gd name="connsiteX31" fmla="*/ 536518 w 816339"/>
                <a:gd name="connsiteY31" fmla="*/ 39984 h 812914"/>
                <a:gd name="connsiteX32" fmla="*/ 525630 w 816339"/>
                <a:gd name="connsiteY32" fmla="*/ 63993 h 812914"/>
                <a:gd name="connsiteX33" fmla="*/ 499257 w 816339"/>
                <a:gd name="connsiteY33" fmla="*/ 74889 h 812914"/>
                <a:gd name="connsiteX34" fmla="*/ 488876 w 816339"/>
                <a:gd name="connsiteY34" fmla="*/ 74889 h 812914"/>
                <a:gd name="connsiteX35" fmla="*/ 488876 w 816339"/>
                <a:gd name="connsiteY35" fmla="*/ 110420 h 812914"/>
                <a:gd name="connsiteX36" fmla="*/ 502829 w 816339"/>
                <a:gd name="connsiteY36" fmla="*/ 169925 h 812914"/>
                <a:gd name="connsiteX37" fmla="*/ 542474 w 816339"/>
                <a:gd name="connsiteY37" fmla="*/ 249447 h 812914"/>
                <a:gd name="connsiteX38" fmla="*/ 565441 w 816339"/>
                <a:gd name="connsiteY38" fmla="*/ 266044 h 812914"/>
                <a:gd name="connsiteX39" fmla="*/ 772001 w 816339"/>
                <a:gd name="connsiteY39" fmla="*/ 295620 h 812914"/>
                <a:gd name="connsiteX40" fmla="*/ 811642 w 816339"/>
                <a:gd name="connsiteY40" fmla="*/ 328816 h 812914"/>
                <a:gd name="connsiteX41" fmla="*/ 799392 w 816339"/>
                <a:gd name="connsiteY41" fmla="*/ 379015 h 812914"/>
                <a:gd name="connsiteX42" fmla="*/ 596239 w 816339"/>
                <a:gd name="connsiteY42" fmla="*/ 491530 h 812914"/>
                <a:gd name="connsiteX43" fmla="*/ 739500 w 816339"/>
                <a:gd name="connsiteY43" fmla="*/ 352249 h 812914"/>
                <a:gd name="connsiteX44" fmla="*/ 541112 w 816339"/>
                <a:gd name="connsiteY44" fmla="*/ 323977 h 812914"/>
                <a:gd name="connsiteX45" fmla="*/ 494833 w 816339"/>
                <a:gd name="connsiteY45" fmla="*/ 290510 h 812914"/>
                <a:gd name="connsiteX46" fmla="*/ 438002 w 816339"/>
                <a:gd name="connsiteY46" fmla="*/ 176507 h 812914"/>
                <a:gd name="connsiteX47" fmla="*/ 423883 w 816339"/>
                <a:gd name="connsiteY47" fmla="*/ 116968 h 812914"/>
                <a:gd name="connsiteX48" fmla="*/ 423883 w 816339"/>
                <a:gd name="connsiteY48" fmla="*/ 83670 h 812914"/>
                <a:gd name="connsiteX49" fmla="*/ 415035 w 816339"/>
                <a:gd name="connsiteY49" fmla="*/ 74838 h 812914"/>
                <a:gd name="connsiteX50" fmla="*/ 396829 w 816339"/>
                <a:gd name="connsiteY50" fmla="*/ 74838 h 812914"/>
                <a:gd name="connsiteX51" fmla="*/ 387981 w 816339"/>
                <a:gd name="connsiteY51" fmla="*/ 83670 h 812914"/>
                <a:gd name="connsiteX52" fmla="*/ 387981 w 816339"/>
                <a:gd name="connsiteY52" fmla="*/ 117120 h 812914"/>
                <a:gd name="connsiteX53" fmla="*/ 374028 w 816339"/>
                <a:gd name="connsiteY53" fmla="*/ 176338 h 812914"/>
                <a:gd name="connsiteX54" fmla="*/ 317372 w 816339"/>
                <a:gd name="connsiteY54" fmla="*/ 290713 h 812914"/>
                <a:gd name="connsiteX55" fmla="*/ 271089 w 816339"/>
                <a:gd name="connsiteY55" fmla="*/ 324298 h 812914"/>
                <a:gd name="connsiteX56" fmla="*/ 72700 w 816339"/>
                <a:gd name="connsiteY56" fmla="*/ 353213 h 812914"/>
                <a:gd name="connsiteX57" fmla="*/ 221067 w 816339"/>
                <a:gd name="connsiteY57" fmla="*/ 496521 h 812914"/>
                <a:gd name="connsiteX58" fmla="*/ 235190 w 816339"/>
                <a:gd name="connsiteY58" fmla="*/ 540224 h 812914"/>
                <a:gd name="connsiteX59" fmla="*/ 198606 w 816339"/>
                <a:gd name="connsiteY59" fmla="*/ 742664 h 812914"/>
                <a:gd name="connsiteX60" fmla="*/ 378111 w 816339"/>
                <a:gd name="connsiteY60" fmla="*/ 649608 h 812914"/>
                <a:gd name="connsiteX61" fmla="*/ 406528 w 816339"/>
                <a:gd name="connsiteY61" fmla="*/ 642603 h 812914"/>
                <a:gd name="connsiteX62" fmla="*/ 435111 w 816339"/>
                <a:gd name="connsiteY62" fmla="*/ 649608 h 812914"/>
                <a:gd name="connsiteX63" fmla="*/ 612742 w 816339"/>
                <a:gd name="connsiteY63" fmla="*/ 742207 h 812914"/>
                <a:gd name="connsiteX64" fmla="*/ 578543 w 816339"/>
                <a:gd name="connsiteY64" fmla="*/ 545942 h 812914"/>
                <a:gd name="connsiteX65" fmla="*/ 596239 w 816339"/>
                <a:gd name="connsiteY65" fmla="*/ 491530 h 81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816339" h="812914">
                  <a:moveTo>
                    <a:pt x="799392" y="379015"/>
                  </a:moveTo>
                  <a:lnTo>
                    <a:pt x="650174" y="524134"/>
                  </a:lnTo>
                  <a:cubicBezTo>
                    <a:pt x="643029" y="531121"/>
                    <a:pt x="639797" y="541154"/>
                    <a:pt x="641496" y="550984"/>
                  </a:cubicBezTo>
                  <a:lnTo>
                    <a:pt x="677058" y="755506"/>
                  </a:lnTo>
                  <a:cubicBezTo>
                    <a:pt x="679609" y="769651"/>
                    <a:pt x="675695" y="784201"/>
                    <a:pt x="666341" y="795182"/>
                  </a:cubicBezTo>
                  <a:cubicBezTo>
                    <a:pt x="656982" y="806332"/>
                    <a:pt x="643199" y="812795"/>
                    <a:pt x="628565" y="812812"/>
                  </a:cubicBezTo>
                  <a:cubicBezTo>
                    <a:pt x="620568" y="812795"/>
                    <a:pt x="612742" y="810850"/>
                    <a:pt x="605768" y="807110"/>
                  </a:cubicBezTo>
                  <a:lnTo>
                    <a:pt x="420647" y="710670"/>
                  </a:lnTo>
                  <a:cubicBezTo>
                    <a:pt x="416223" y="708352"/>
                    <a:pt x="411288" y="707151"/>
                    <a:pt x="406358" y="707168"/>
                  </a:cubicBezTo>
                  <a:cubicBezTo>
                    <a:pt x="401423" y="707168"/>
                    <a:pt x="396658" y="708369"/>
                    <a:pt x="392234" y="710670"/>
                  </a:cubicBezTo>
                  <a:lnTo>
                    <a:pt x="205244" y="807804"/>
                  </a:lnTo>
                  <a:cubicBezTo>
                    <a:pt x="198270" y="811442"/>
                    <a:pt x="190440" y="813337"/>
                    <a:pt x="182443" y="813370"/>
                  </a:cubicBezTo>
                  <a:cubicBezTo>
                    <a:pt x="167813" y="813303"/>
                    <a:pt x="154030" y="806806"/>
                    <a:pt x="144672" y="795605"/>
                  </a:cubicBezTo>
                  <a:cubicBezTo>
                    <a:pt x="135313" y="784540"/>
                    <a:pt x="131400" y="769871"/>
                    <a:pt x="134125" y="755659"/>
                  </a:cubicBezTo>
                  <a:lnTo>
                    <a:pt x="171045" y="551526"/>
                  </a:lnTo>
                  <a:cubicBezTo>
                    <a:pt x="172748" y="541628"/>
                    <a:pt x="169512" y="531476"/>
                    <a:pt x="162197" y="524455"/>
                  </a:cubicBezTo>
                  <a:lnTo>
                    <a:pt x="12809" y="380115"/>
                  </a:lnTo>
                  <a:cubicBezTo>
                    <a:pt x="-634" y="367138"/>
                    <a:pt x="-5568" y="347664"/>
                    <a:pt x="218" y="329932"/>
                  </a:cubicBezTo>
                  <a:cubicBezTo>
                    <a:pt x="6004" y="312184"/>
                    <a:pt x="21316" y="299240"/>
                    <a:pt x="39863" y="296601"/>
                  </a:cubicBezTo>
                  <a:lnTo>
                    <a:pt x="246589" y="266383"/>
                  </a:lnTo>
                  <a:cubicBezTo>
                    <a:pt x="256458" y="264945"/>
                    <a:pt x="264966" y="258786"/>
                    <a:pt x="269390" y="249904"/>
                  </a:cubicBezTo>
                  <a:lnTo>
                    <a:pt x="309371" y="169266"/>
                  </a:lnTo>
                  <a:cubicBezTo>
                    <a:pt x="318560" y="150840"/>
                    <a:pt x="323324" y="130588"/>
                    <a:pt x="323324" y="110048"/>
                  </a:cubicBezTo>
                  <a:lnTo>
                    <a:pt x="323324" y="74906"/>
                  </a:lnTo>
                  <a:lnTo>
                    <a:pt x="315328" y="74906"/>
                  </a:lnTo>
                  <a:cubicBezTo>
                    <a:pt x="293719" y="75227"/>
                    <a:pt x="275853" y="58088"/>
                    <a:pt x="275513" y="36601"/>
                  </a:cubicBezTo>
                  <a:cubicBezTo>
                    <a:pt x="275513" y="36194"/>
                    <a:pt x="275513" y="35788"/>
                    <a:pt x="275513" y="35382"/>
                  </a:cubicBezTo>
                  <a:cubicBezTo>
                    <a:pt x="276023" y="26314"/>
                    <a:pt x="279937" y="17769"/>
                    <a:pt x="286404" y="11357"/>
                  </a:cubicBezTo>
                  <a:cubicBezTo>
                    <a:pt x="293379" y="4369"/>
                    <a:pt x="302908" y="460"/>
                    <a:pt x="312948" y="460"/>
                  </a:cubicBezTo>
                  <a:lnTo>
                    <a:pt x="496702" y="460"/>
                  </a:lnTo>
                  <a:cubicBezTo>
                    <a:pt x="518311" y="122"/>
                    <a:pt x="536177" y="17279"/>
                    <a:pt x="536518" y="38766"/>
                  </a:cubicBezTo>
                  <a:cubicBezTo>
                    <a:pt x="536518" y="39172"/>
                    <a:pt x="536518" y="39578"/>
                    <a:pt x="536518" y="39984"/>
                  </a:cubicBezTo>
                  <a:cubicBezTo>
                    <a:pt x="535836" y="49036"/>
                    <a:pt x="532094" y="57581"/>
                    <a:pt x="525630" y="63993"/>
                  </a:cubicBezTo>
                  <a:cubicBezTo>
                    <a:pt x="518651" y="70981"/>
                    <a:pt x="509122" y="74906"/>
                    <a:pt x="499257" y="74889"/>
                  </a:cubicBezTo>
                  <a:lnTo>
                    <a:pt x="488876" y="74889"/>
                  </a:lnTo>
                  <a:lnTo>
                    <a:pt x="488876" y="110420"/>
                  </a:lnTo>
                  <a:cubicBezTo>
                    <a:pt x="488876" y="131061"/>
                    <a:pt x="493640" y="151432"/>
                    <a:pt x="502829" y="169925"/>
                  </a:cubicBezTo>
                  <a:lnTo>
                    <a:pt x="542474" y="249447"/>
                  </a:lnTo>
                  <a:cubicBezTo>
                    <a:pt x="546898" y="258397"/>
                    <a:pt x="555406" y="264606"/>
                    <a:pt x="565441" y="266044"/>
                  </a:cubicBezTo>
                  <a:lnTo>
                    <a:pt x="772001" y="295620"/>
                  </a:lnTo>
                  <a:cubicBezTo>
                    <a:pt x="790544" y="298192"/>
                    <a:pt x="806030" y="311084"/>
                    <a:pt x="811642" y="328816"/>
                  </a:cubicBezTo>
                  <a:cubicBezTo>
                    <a:pt x="817598" y="346513"/>
                    <a:pt x="812834" y="366055"/>
                    <a:pt x="799392" y="379015"/>
                  </a:cubicBezTo>
                  <a:close/>
                  <a:moveTo>
                    <a:pt x="596239" y="491530"/>
                  </a:moveTo>
                  <a:lnTo>
                    <a:pt x="739500" y="352249"/>
                  </a:lnTo>
                  <a:lnTo>
                    <a:pt x="541112" y="323977"/>
                  </a:lnTo>
                  <a:cubicBezTo>
                    <a:pt x="521206" y="321049"/>
                    <a:pt x="503851" y="308546"/>
                    <a:pt x="494833" y="290510"/>
                  </a:cubicBezTo>
                  <a:lnTo>
                    <a:pt x="438002" y="176507"/>
                  </a:lnTo>
                  <a:cubicBezTo>
                    <a:pt x="428814" y="157997"/>
                    <a:pt x="423883" y="137626"/>
                    <a:pt x="423883" y="116968"/>
                  </a:cubicBezTo>
                  <a:lnTo>
                    <a:pt x="423883" y="83670"/>
                  </a:lnTo>
                  <a:cubicBezTo>
                    <a:pt x="423883" y="78797"/>
                    <a:pt x="419966" y="74838"/>
                    <a:pt x="415035" y="74838"/>
                  </a:cubicBezTo>
                  <a:lnTo>
                    <a:pt x="396829" y="74838"/>
                  </a:lnTo>
                  <a:cubicBezTo>
                    <a:pt x="391894" y="74838"/>
                    <a:pt x="387981" y="78797"/>
                    <a:pt x="387981" y="83670"/>
                  </a:cubicBezTo>
                  <a:lnTo>
                    <a:pt x="387981" y="117120"/>
                  </a:lnTo>
                  <a:cubicBezTo>
                    <a:pt x="387981" y="137660"/>
                    <a:pt x="383216" y="157913"/>
                    <a:pt x="374028" y="176338"/>
                  </a:cubicBezTo>
                  <a:lnTo>
                    <a:pt x="317372" y="290713"/>
                  </a:lnTo>
                  <a:cubicBezTo>
                    <a:pt x="308354" y="308749"/>
                    <a:pt x="291169" y="321269"/>
                    <a:pt x="271089" y="324298"/>
                  </a:cubicBezTo>
                  <a:lnTo>
                    <a:pt x="72700" y="353213"/>
                  </a:lnTo>
                  <a:lnTo>
                    <a:pt x="221067" y="496521"/>
                  </a:lnTo>
                  <a:cubicBezTo>
                    <a:pt x="232806" y="507823"/>
                    <a:pt x="238081" y="524218"/>
                    <a:pt x="235190" y="540224"/>
                  </a:cubicBezTo>
                  <a:lnTo>
                    <a:pt x="198606" y="742664"/>
                  </a:lnTo>
                  <a:lnTo>
                    <a:pt x="378111" y="649608"/>
                  </a:lnTo>
                  <a:cubicBezTo>
                    <a:pt x="386788" y="645023"/>
                    <a:pt x="396658" y="642620"/>
                    <a:pt x="406528" y="642603"/>
                  </a:cubicBezTo>
                  <a:cubicBezTo>
                    <a:pt x="416564" y="642620"/>
                    <a:pt x="426434" y="645023"/>
                    <a:pt x="435111" y="649608"/>
                  </a:cubicBezTo>
                  <a:lnTo>
                    <a:pt x="612742" y="742207"/>
                  </a:lnTo>
                  <a:lnTo>
                    <a:pt x="578543" y="545942"/>
                  </a:lnTo>
                  <a:cubicBezTo>
                    <a:pt x="574971" y="526011"/>
                    <a:pt x="581604" y="505657"/>
                    <a:pt x="596239" y="491530"/>
                  </a:cubicBezTo>
                  <a:close/>
                </a:path>
              </a:pathLst>
            </a:custGeom>
            <a:solidFill>
              <a:srgbClr val="FFFFFF"/>
            </a:solidFill>
            <a:ln w="16983" cap="flat">
              <a:noFill/>
              <a:prstDash val="solid"/>
              <a:miter/>
            </a:ln>
          </p:spPr>
          <p:txBody>
            <a:bodyPr rtlCol="0" anchor="ctr"/>
            <a:lstStyle/>
            <a:p>
              <a:endParaRPr lang="en-PK" dirty="0"/>
            </a:p>
          </p:txBody>
        </p:sp>
        <p:sp>
          <p:nvSpPr>
            <p:cNvPr id="9" name="Freeform: Shape 8">
              <a:extLst>
                <a:ext uri="{FF2B5EF4-FFF2-40B4-BE49-F238E27FC236}">
                  <a16:creationId xmlns:a16="http://schemas.microsoft.com/office/drawing/2014/main" id="{7813640E-0121-8A0E-6F63-98EAF144FA7A}"/>
                </a:ext>
              </a:extLst>
            </p:cNvPr>
            <p:cNvSpPr/>
            <p:nvPr/>
          </p:nvSpPr>
          <p:spPr>
            <a:xfrm>
              <a:off x="1110512" y="3853314"/>
              <a:ext cx="409541" cy="284533"/>
            </a:xfrm>
            <a:custGeom>
              <a:avLst/>
              <a:gdLst>
                <a:gd name="connsiteX0" fmla="*/ 344036 w 409541"/>
                <a:gd name="connsiteY0" fmla="*/ 62644 h 284533"/>
                <a:gd name="connsiteX1" fmla="*/ 321576 w 409541"/>
                <a:gd name="connsiteY1" fmla="*/ 142402 h 284533"/>
                <a:gd name="connsiteX2" fmla="*/ 346416 w 409541"/>
                <a:gd name="connsiteY2" fmla="*/ 284407 h 284533"/>
                <a:gd name="connsiteX3" fmla="*/ 217955 w 409541"/>
                <a:gd name="connsiteY3" fmla="*/ 217491 h 284533"/>
                <a:gd name="connsiteX4" fmla="*/ 172698 w 409541"/>
                <a:gd name="connsiteY4" fmla="*/ 206459 h 284533"/>
                <a:gd name="connsiteX5" fmla="*/ 139180 w 409541"/>
                <a:gd name="connsiteY5" fmla="*/ 212550 h 284533"/>
                <a:gd name="connsiteX6" fmla="*/ 127777 w 409541"/>
                <a:gd name="connsiteY6" fmla="*/ 217474 h 284533"/>
                <a:gd name="connsiteX7" fmla="*/ -2212 w 409541"/>
                <a:gd name="connsiteY7" fmla="*/ 284914 h 284533"/>
                <a:gd name="connsiteX8" fmla="*/ 407330 w 409541"/>
                <a:gd name="connsiteY8" fmla="*/ 381 h 284533"/>
                <a:gd name="connsiteX9" fmla="*/ 349307 w 409541"/>
                <a:gd name="connsiteY9" fmla="*/ 56925 h 284533"/>
                <a:gd name="connsiteX10" fmla="*/ 344377 w 409541"/>
                <a:gd name="connsiteY10" fmla="*/ 62374 h 28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9541" h="284533">
                  <a:moveTo>
                    <a:pt x="344036" y="62644"/>
                  </a:moveTo>
                  <a:cubicBezTo>
                    <a:pt x="324807" y="84504"/>
                    <a:pt x="316641" y="113808"/>
                    <a:pt x="321576" y="142402"/>
                  </a:cubicBezTo>
                  <a:lnTo>
                    <a:pt x="346416" y="284407"/>
                  </a:lnTo>
                  <a:lnTo>
                    <a:pt x="217955" y="217491"/>
                  </a:lnTo>
                  <a:cubicBezTo>
                    <a:pt x="204006" y="210300"/>
                    <a:pt x="188521" y="206527"/>
                    <a:pt x="172698" y="206459"/>
                  </a:cubicBezTo>
                  <a:cubicBezTo>
                    <a:pt x="161300" y="206459"/>
                    <a:pt x="149897" y="208523"/>
                    <a:pt x="139180" y="212550"/>
                  </a:cubicBezTo>
                  <a:cubicBezTo>
                    <a:pt x="135267" y="213920"/>
                    <a:pt x="131524" y="215562"/>
                    <a:pt x="127777" y="217474"/>
                  </a:cubicBezTo>
                  <a:lnTo>
                    <a:pt x="-2212" y="284914"/>
                  </a:lnTo>
                  <a:lnTo>
                    <a:pt x="407330" y="381"/>
                  </a:lnTo>
                  <a:lnTo>
                    <a:pt x="349307" y="56925"/>
                  </a:lnTo>
                  <a:cubicBezTo>
                    <a:pt x="347438" y="58583"/>
                    <a:pt x="345905" y="60411"/>
                    <a:pt x="344377" y="62374"/>
                  </a:cubicBezTo>
                  <a:close/>
                </a:path>
              </a:pathLst>
            </a:custGeom>
            <a:solidFill>
              <a:srgbClr val="FFFFFF">
                <a:alpha val="30000"/>
              </a:srgbClr>
            </a:solidFill>
            <a:ln w="16983" cap="flat">
              <a:noFill/>
              <a:prstDash val="solid"/>
              <a:miter/>
            </a:ln>
          </p:spPr>
          <p:txBody>
            <a:bodyPr rtlCol="0" anchor="ctr"/>
            <a:lstStyle/>
            <a:p>
              <a:endParaRPr lang="en-PK"/>
            </a:p>
          </p:txBody>
        </p:sp>
      </p:grpSp>
    </p:spTree>
    <p:extLst>
      <p:ext uri="{BB962C8B-B14F-4D97-AF65-F5344CB8AC3E}">
        <p14:creationId xmlns:p14="http://schemas.microsoft.com/office/powerpoint/2010/main" val="3660992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27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BDEB5F14-5014-49D1-B590-9E2B7721C0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3D2B953D-3D65-4BA7-80E6-1393907906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0604" y="147284"/>
            <a:ext cx="4314573" cy="4314573"/>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Graphic 212">
            <a:extLst>
              <a:ext uri="{FF2B5EF4-FFF2-40B4-BE49-F238E27FC236}">
                <a16:creationId xmlns:a16="http://schemas.microsoft.com/office/drawing/2014/main" id="{4CA0A0B8-0ABD-4C1D-8BDE-4D94C94FD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05044" y="54194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Graphic 212">
            <a:extLst>
              <a:ext uri="{FF2B5EF4-FFF2-40B4-BE49-F238E27FC236}">
                <a16:creationId xmlns:a16="http://schemas.microsoft.com/office/drawing/2014/main" id="{FF2923AC-40BC-4610-B6BD-AECABAF6D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05044" y="54194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18A188E6-9899-40AA-9648-7B9BEAF5263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881974" y="1174396"/>
            <a:ext cx="5290997" cy="5290997"/>
            <a:chOff x="1881974" y="1174396"/>
            <a:chExt cx="5290997" cy="5290997"/>
          </a:xfrm>
        </p:grpSpPr>
        <p:sp>
          <p:nvSpPr>
            <p:cNvPr id="33" name="Oval 32">
              <a:extLst>
                <a:ext uri="{FF2B5EF4-FFF2-40B4-BE49-F238E27FC236}">
                  <a16:creationId xmlns:a16="http://schemas.microsoft.com/office/drawing/2014/main" id="{F10D3957-AAB5-4037-A58C-20FF0E226B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4478242-FDA7-48D1-A53E-3E0EDB2A71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Oval 35">
            <a:extLst>
              <a:ext uri="{FF2B5EF4-FFF2-40B4-BE49-F238E27FC236}">
                <a16:creationId xmlns:a16="http://schemas.microsoft.com/office/drawing/2014/main" id="{F47059C0-3CD3-44C5-9FBC-C5CEA6D94E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254" y="1065353"/>
            <a:ext cx="5290997" cy="5290997"/>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55F33E-F247-24AD-14CE-064F06980CB7}"/>
              </a:ext>
            </a:extLst>
          </p:cNvPr>
          <p:cNvSpPr>
            <a:spLocks noGrp="1"/>
          </p:cNvSpPr>
          <p:nvPr>
            <p:ph type="title"/>
          </p:nvPr>
        </p:nvSpPr>
        <p:spPr>
          <a:xfrm>
            <a:off x="2342763" y="1893347"/>
            <a:ext cx="4079551" cy="2877632"/>
          </a:xfrm>
        </p:spPr>
        <p:txBody>
          <a:bodyPr vert="horz" lIns="91440" tIns="45720" rIns="91440" bIns="45720" rtlCol="0" anchor="b">
            <a:normAutofit/>
          </a:bodyPr>
          <a:lstStyle/>
          <a:p>
            <a:pPr algn="ctr"/>
            <a:r>
              <a:rPr lang="en-US" sz="5000" b="1" kern="1200">
                <a:solidFill>
                  <a:schemeClr val="bg1"/>
                </a:solidFill>
                <a:latin typeface="+mj-lt"/>
                <a:ea typeface="+mj-ea"/>
                <a:cs typeface="+mj-cs"/>
              </a:rPr>
              <a:t>Can we collaborate to optimize Ideal Jewelry more?</a:t>
            </a:r>
          </a:p>
        </p:txBody>
      </p:sp>
      <p:grpSp>
        <p:nvGrpSpPr>
          <p:cNvPr id="38" name="Group 37">
            <a:extLst>
              <a:ext uri="{FF2B5EF4-FFF2-40B4-BE49-F238E27FC236}">
                <a16:creationId xmlns:a16="http://schemas.microsoft.com/office/drawing/2014/main" id="{78A6A50F-EF16-474F-9BD1-2D663EBEA2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65353"/>
            <a:ext cx="1861854" cy="717514"/>
            <a:chOff x="0" y="1065353"/>
            <a:chExt cx="1861854" cy="717514"/>
          </a:xfrm>
          <a:solidFill>
            <a:schemeClr val="bg1"/>
          </a:solidFill>
        </p:grpSpPr>
        <p:sp>
          <p:nvSpPr>
            <p:cNvPr id="39" name="Freeform: Shape 38">
              <a:extLst>
                <a:ext uri="{FF2B5EF4-FFF2-40B4-BE49-F238E27FC236}">
                  <a16:creationId xmlns:a16="http://schemas.microsoft.com/office/drawing/2014/main" id="{1AA37927-0235-4A56-8680-D7B367160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06535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40" name="Freeform: Shape 39">
              <a:extLst>
                <a:ext uri="{FF2B5EF4-FFF2-40B4-BE49-F238E27FC236}">
                  <a16:creationId xmlns:a16="http://schemas.microsoft.com/office/drawing/2014/main" id="{0D5F1B50-7A4C-4505-93E5-35FB75146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50508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grpSp>
        <p:nvGrpSpPr>
          <p:cNvPr id="42" name="Graphic 185">
            <a:extLst>
              <a:ext uri="{FF2B5EF4-FFF2-40B4-BE49-F238E27FC236}">
                <a16:creationId xmlns:a16="http://schemas.microsoft.com/office/drawing/2014/main" id="{4717BE92-F93B-41D0-A644-64F6E524C7D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76418" y="4140693"/>
            <a:ext cx="1054466" cy="469689"/>
            <a:chOff x="9841624" y="4115729"/>
            <a:chExt cx="602169" cy="268223"/>
          </a:xfrm>
          <a:solidFill>
            <a:schemeClr val="bg1"/>
          </a:solidFill>
        </p:grpSpPr>
        <p:sp>
          <p:nvSpPr>
            <p:cNvPr id="43" name="Freeform: Shape 42">
              <a:extLst>
                <a:ext uri="{FF2B5EF4-FFF2-40B4-BE49-F238E27FC236}">
                  <a16:creationId xmlns:a16="http://schemas.microsoft.com/office/drawing/2014/main" id="{5CA26306-9FAA-4D01-957F-3E9B25A257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0A458C4D-E6E4-42CA-BC7C-301BFBAA70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0CDA802E-5743-4261-84A2-D9D8F19A3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8FCFC560-017D-4F70-ADE9-00A770915F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365F55DD-D975-452E-9674-461DBDBDEC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9" name="Oval 48">
            <a:extLst>
              <a:ext uri="{FF2B5EF4-FFF2-40B4-BE49-F238E27FC236}">
                <a16:creationId xmlns:a16="http://schemas.microsoft.com/office/drawing/2014/main" id="{D245B05D-DA60-40E2-8A0A-B078C91D70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5735" y="4917084"/>
            <a:ext cx="319941" cy="31994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Oval 50">
            <a:extLst>
              <a:ext uri="{FF2B5EF4-FFF2-40B4-BE49-F238E27FC236}">
                <a16:creationId xmlns:a16="http://schemas.microsoft.com/office/drawing/2014/main" id="{401FD61C-FC3A-43C0-9641-28B0C1A54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5735" y="4917084"/>
            <a:ext cx="319941" cy="31994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aphic 2">
            <a:extLst>
              <a:ext uri="{FF2B5EF4-FFF2-40B4-BE49-F238E27FC236}">
                <a16:creationId xmlns:a16="http://schemas.microsoft.com/office/drawing/2014/main" id="{CE42719A-52B1-AD19-A572-4ECC1E93E75E}"/>
              </a:ext>
            </a:extLst>
          </p:cNvPr>
          <p:cNvGrpSpPr/>
          <p:nvPr/>
        </p:nvGrpSpPr>
        <p:grpSpPr>
          <a:xfrm>
            <a:off x="7681033" y="1438991"/>
            <a:ext cx="1873714" cy="1731158"/>
            <a:chOff x="728569" y="3306496"/>
            <a:chExt cx="1111000" cy="1104786"/>
          </a:xfrm>
        </p:grpSpPr>
        <p:sp>
          <p:nvSpPr>
            <p:cNvPr id="5" name="Freeform: Shape 4">
              <a:extLst>
                <a:ext uri="{FF2B5EF4-FFF2-40B4-BE49-F238E27FC236}">
                  <a16:creationId xmlns:a16="http://schemas.microsoft.com/office/drawing/2014/main" id="{32254943-22BE-C0A7-325F-D2409FE5799A}"/>
                </a:ext>
              </a:extLst>
            </p:cNvPr>
            <p:cNvSpPr/>
            <p:nvPr/>
          </p:nvSpPr>
          <p:spPr>
            <a:xfrm>
              <a:off x="728569" y="3306496"/>
              <a:ext cx="1111000" cy="1104786"/>
            </a:xfrm>
            <a:custGeom>
              <a:avLst/>
              <a:gdLst>
                <a:gd name="connsiteX0" fmla="*/ 855783 w 1111000"/>
                <a:gd name="connsiteY0" fmla="*/ 1 h 1104786"/>
                <a:gd name="connsiteX1" fmla="*/ 1111002 w 1111000"/>
                <a:gd name="connsiteY1" fmla="*/ 1 h 1104786"/>
                <a:gd name="connsiteX2" fmla="*/ 1111002 w 1111000"/>
                <a:gd name="connsiteY2" fmla="*/ 1104788 h 1104786"/>
                <a:gd name="connsiteX3" fmla="*/ 855783 w 1111000"/>
                <a:gd name="connsiteY3" fmla="*/ 1104788 h 1104786"/>
                <a:gd name="connsiteX4" fmla="*/ 255220 w 1111000"/>
                <a:gd name="connsiteY4" fmla="*/ 1104788 h 1104786"/>
                <a:gd name="connsiteX5" fmla="*/ 1 w 1111000"/>
                <a:gd name="connsiteY5" fmla="*/ 1104788 h 1104786"/>
                <a:gd name="connsiteX6" fmla="*/ 1 w 1111000"/>
                <a:gd name="connsiteY6" fmla="*/ 1 h 1104786"/>
                <a:gd name="connsiteX7" fmla="*/ 255220 w 1111000"/>
                <a:gd name="connsiteY7" fmla="*/ 1 h 110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1000" h="1104786">
                  <a:moveTo>
                    <a:pt x="855783" y="1"/>
                  </a:moveTo>
                  <a:cubicBezTo>
                    <a:pt x="996736" y="1"/>
                    <a:pt x="1111002" y="1"/>
                    <a:pt x="1111002" y="1"/>
                  </a:cubicBezTo>
                  <a:lnTo>
                    <a:pt x="1111002" y="1104788"/>
                  </a:lnTo>
                  <a:cubicBezTo>
                    <a:pt x="1111002" y="1104788"/>
                    <a:pt x="996736" y="1104788"/>
                    <a:pt x="855783" y="1104788"/>
                  </a:cubicBezTo>
                  <a:lnTo>
                    <a:pt x="255220" y="1104788"/>
                  </a:lnTo>
                  <a:cubicBezTo>
                    <a:pt x="114267" y="1104788"/>
                    <a:pt x="1" y="1104788"/>
                    <a:pt x="1" y="1104788"/>
                  </a:cubicBezTo>
                  <a:lnTo>
                    <a:pt x="1" y="1"/>
                  </a:lnTo>
                  <a:cubicBezTo>
                    <a:pt x="1" y="1"/>
                    <a:pt x="114267" y="1"/>
                    <a:pt x="255220" y="1"/>
                  </a:cubicBezTo>
                  <a:close/>
                </a:path>
              </a:pathLst>
            </a:custGeom>
            <a:solidFill>
              <a:srgbClr val="00BCD4"/>
            </a:solidFill>
            <a:ln w="50950" cap="flat">
              <a:solidFill>
                <a:srgbClr val="FFFFFF"/>
              </a:solidFill>
              <a:prstDash val="solid"/>
              <a:miter/>
            </a:ln>
          </p:spPr>
          <p:txBody>
            <a:bodyPr rtlCol="0" anchor="ctr"/>
            <a:lstStyle/>
            <a:p>
              <a:endParaRPr lang="en-PK"/>
            </a:p>
          </p:txBody>
        </p:sp>
        <p:sp>
          <p:nvSpPr>
            <p:cNvPr id="6" name="Freeform: Shape 5">
              <a:extLst>
                <a:ext uri="{FF2B5EF4-FFF2-40B4-BE49-F238E27FC236}">
                  <a16:creationId xmlns:a16="http://schemas.microsoft.com/office/drawing/2014/main" id="{0276D7C7-D800-BDC4-DD09-E56852916ED6}"/>
                </a:ext>
              </a:extLst>
            </p:cNvPr>
            <p:cNvSpPr/>
            <p:nvPr/>
          </p:nvSpPr>
          <p:spPr>
            <a:xfrm>
              <a:off x="1047203" y="3820475"/>
              <a:ext cx="472831" cy="317355"/>
            </a:xfrm>
            <a:custGeom>
              <a:avLst/>
              <a:gdLst>
                <a:gd name="connsiteX0" fmla="*/ 407337 w 472831"/>
                <a:gd name="connsiteY0" fmla="*/ 95472 h 317355"/>
                <a:gd name="connsiteX1" fmla="*/ 384881 w 472831"/>
                <a:gd name="connsiteY1" fmla="*/ 175230 h 317355"/>
                <a:gd name="connsiteX2" fmla="*/ 409721 w 472831"/>
                <a:gd name="connsiteY2" fmla="*/ 317235 h 317355"/>
                <a:gd name="connsiteX3" fmla="*/ 281261 w 472831"/>
                <a:gd name="connsiteY3" fmla="*/ 250319 h 317355"/>
                <a:gd name="connsiteX4" fmla="*/ 236174 w 472831"/>
                <a:gd name="connsiteY4" fmla="*/ 239287 h 317355"/>
                <a:gd name="connsiteX5" fmla="*/ 202485 w 472831"/>
                <a:gd name="connsiteY5" fmla="*/ 245378 h 317355"/>
                <a:gd name="connsiteX6" fmla="*/ 191083 w 472831"/>
                <a:gd name="connsiteY6" fmla="*/ 250302 h 317355"/>
                <a:gd name="connsiteX7" fmla="*/ 61263 w 472831"/>
                <a:gd name="connsiteY7" fmla="*/ 317742 h 317355"/>
                <a:gd name="connsiteX8" fmla="*/ 87973 w 472831"/>
                <a:gd name="connsiteY8" fmla="*/ 169647 h 317355"/>
                <a:gd name="connsiteX9" fmla="*/ 63644 w 472831"/>
                <a:gd name="connsiteY9" fmla="*/ 94948 h 317355"/>
                <a:gd name="connsiteX10" fmla="*/ -2201 w 472831"/>
                <a:gd name="connsiteY10" fmla="*/ 31145 h 317355"/>
                <a:gd name="connsiteX11" fmla="*/ -2201 w 472831"/>
                <a:gd name="connsiteY11" fmla="*/ 28285 h 317355"/>
                <a:gd name="connsiteX12" fmla="*/ 235492 w 472831"/>
                <a:gd name="connsiteY12" fmla="*/ 28285 h 317355"/>
                <a:gd name="connsiteX13" fmla="*/ 470631 w 472831"/>
                <a:gd name="connsiteY13" fmla="*/ 33209 h 317355"/>
                <a:gd name="connsiteX14" fmla="*/ 412613 w 472831"/>
                <a:gd name="connsiteY14" fmla="*/ 89753 h 317355"/>
                <a:gd name="connsiteX15" fmla="*/ 407678 w 472831"/>
                <a:gd name="connsiteY15" fmla="*/ 95202 h 31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2831" h="317355">
                  <a:moveTo>
                    <a:pt x="407337" y="95472"/>
                  </a:moveTo>
                  <a:cubicBezTo>
                    <a:pt x="388113" y="117332"/>
                    <a:pt x="379946" y="146636"/>
                    <a:pt x="384881" y="175230"/>
                  </a:cubicBezTo>
                  <a:lnTo>
                    <a:pt x="409721" y="317235"/>
                  </a:lnTo>
                  <a:lnTo>
                    <a:pt x="281261" y="250319"/>
                  </a:lnTo>
                  <a:cubicBezTo>
                    <a:pt x="267307" y="243128"/>
                    <a:pt x="251826" y="239355"/>
                    <a:pt x="236174" y="239287"/>
                  </a:cubicBezTo>
                  <a:cubicBezTo>
                    <a:pt x="224601" y="239287"/>
                    <a:pt x="213202" y="241351"/>
                    <a:pt x="202485" y="245378"/>
                  </a:cubicBezTo>
                  <a:cubicBezTo>
                    <a:pt x="198568" y="246749"/>
                    <a:pt x="194825" y="248390"/>
                    <a:pt x="191083" y="250302"/>
                  </a:cubicBezTo>
                  <a:lnTo>
                    <a:pt x="61263" y="317742"/>
                  </a:lnTo>
                  <a:lnTo>
                    <a:pt x="87973" y="169647"/>
                  </a:lnTo>
                  <a:cubicBezTo>
                    <a:pt x="92908" y="142288"/>
                    <a:pt x="83720" y="114269"/>
                    <a:pt x="63644" y="94948"/>
                  </a:cubicBezTo>
                  <a:lnTo>
                    <a:pt x="-2201" y="31145"/>
                  </a:lnTo>
                  <a:lnTo>
                    <a:pt x="-2201" y="28285"/>
                  </a:lnTo>
                  <a:cubicBezTo>
                    <a:pt x="-2201" y="28285"/>
                    <a:pt x="126767" y="-34486"/>
                    <a:pt x="235492" y="28285"/>
                  </a:cubicBezTo>
                  <a:cubicBezTo>
                    <a:pt x="340130" y="88450"/>
                    <a:pt x="461106" y="37371"/>
                    <a:pt x="470631" y="33209"/>
                  </a:cubicBezTo>
                  <a:lnTo>
                    <a:pt x="412613" y="89753"/>
                  </a:lnTo>
                  <a:cubicBezTo>
                    <a:pt x="410914" y="91412"/>
                    <a:pt x="409210" y="93239"/>
                    <a:pt x="407678" y="95202"/>
                  </a:cubicBezTo>
                  <a:close/>
                </a:path>
              </a:pathLst>
            </a:custGeom>
            <a:solidFill>
              <a:srgbClr val="FFD217"/>
            </a:solidFill>
            <a:ln w="16983" cap="flat">
              <a:noFill/>
              <a:prstDash val="solid"/>
              <a:miter/>
            </a:ln>
          </p:spPr>
          <p:txBody>
            <a:bodyPr rtlCol="0" anchor="ctr"/>
            <a:lstStyle/>
            <a:p>
              <a:endParaRPr lang="en-PK"/>
            </a:p>
          </p:txBody>
        </p:sp>
        <p:sp>
          <p:nvSpPr>
            <p:cNvPr id="7" name="Freeform: Shape 6">
              <a:extLst>
                <a:ext uri="{FF2B5EF4-FFF2-40B4-BE49-F238E27FC236}">
                  <a16:creationId xmlns:a16="http://schemas.microsoft.com/office/drawing/2014/main" id="{4B8BEED7-0B36-8738-E1E7-6F2596958A70}"/>
                </a:ext>
              </a:extLst>
            </p:cNvPr>
            <p:cNvSpPr/>
            <p:nvPr/>
          </p:nvSpPr>
          <p:spPr>
            <a:xfrm>
              <a:off x="875756" y="3441863"/>
              <a:ext cx="816339" cy="812914"/>
            </a:xfrm>
            <a:custGeom>
              <a:avLst/>
              <a:gdLst>
                <a:gd name="connsiteX0" fmla="*/ 799392 w 816339"/>
                <a:gd name="connsiteY0" fmla="*/ 379015 h 812914"/>
                <a:gd name="connsiteX1" fmla="*/ 650174 w 816339"/>
                <a:gd name="connsiteY1" fmla="*/ 524134 h 812914"/>
                <a:gd name="connsiteX2" fmla="*/ 641496 w 816339"/>
                <a:gd name="connsiteY2" fmla="*/ 550984 h 812914"/>
                <a:gd name="connsiteX3" fmla="*/ 677058 w 816339"/>
                <a:gd name="connsiteY3" fmla="*/ 755506 h 812914"/>
                <a:gd name="connsiteX4" fmla="*/ 666341 w 816339"/>
                <a:gd name="connsiteY4" fmla="*/ 795182 h 812914"/>
                <a:gd name="connsiteX5" fmla="*/ 628565 w 816339"/>
                <a:gd name="connsiteY5" fmla="*/ 812812 h 812914"/>
                <a:gd name="connsiteX6" fmla="*/ 605768 w 816339"/>
                <a:gd name="connsiteY6" fmla="*/ 807110 h 812914"/>
                <a:gd name="connsiteX7" fmla="*/ 420647 w 816339"/>
                <a:gd name="connsiteY7" fmla="*/ 710670 h 812914"/>
                <a:gd name="connsiteX8" fmla="*/ 406358 w 816339"/>
                <a:gd name="connsiteY8" fmla="*/ 707168 h 812914"/>
                <a:gd name="connsiteX9" fmla="*/ 392234 w 816339"/>
                <a:gd name="connsiteY9" fmla="*/ 710670 h 812914"/>
                <a:gd name="connsiteX10" fmla="*/ 205244 w 816339"/>
                <a:gd name="connsiteY10" fmla="*/ 807804 h 812914"/>
                <a:gd name="connsiteX11" fmla="*/ 182443 w 816339"/>
                <a:gd name="connsiteY11" fmla="*/ 813370 h 812914"/>
                <a:gd name="connsiteX12" fmla="*/ 144672 w 816339"/>
                <a:gd name="connsiteY12" fmla="*/ 795605 h 812914"/>
                <a:gd name="connsiteX13" fmla="*/ 134125 w 816339"/>
                <a:gd name="connsiteY13" fmla="*/ 755659 h 812914"/>
                <a:gd name="connsiteX14" fmla="*/ 171045 w 816339"/>
                <a:gd name="connsiteY14" fmla="*/ 551526 h 812914"/>
                <a:gd name="connsiteX15" fmla="*/ 162197 w 816339"/>
                <a:gd name="connsiteY15" fmla="*/ 524455 h 812914"/>
                <a:gd name="connsiteX16" fmla="*/ 12809 w 816339"/>
                <a:gd name="connsiteY16" fmla="*/ 380115 h 812914"/>
                <a:gd name="connsiteX17" fmla="*/ 218 w 816339"/>
                <a:gd name="connsiteY17" fmla="*/ 329932 h 812914"/>
                <a:gd name="connsiteX18" fmla="*/ 39863 w 816339"/>
                <a:gd name="connsiteY18" fmla="*/ 296601 h 812914"/>
                <a:gd name="connsiteX19" fmla="*/ 246589 w 816339"/>
                <a:gd name="connsiteY19" fmla="*/ 266383 h 812914"/>
                <a:gd name="connsiteX20" fmla="*/ 269390 w 816339"/>
                <a:gd name="connsiteY20" fmla="*/ 249904 h 812914"/>
                <a:gd name="connsiteX21" fmla="*/ 309371 w 816339"/>
                <a:gd name="connsiteY21" fmla="*/ 169266 h 812914"/>
                <a:gd name="connsiteX22" fmla="*/ 323324 w 816339"/>
                <a:gd name="connsiteY22" fmla="*/ 110048 h 812914"/>
                <a:gd name="connsiteX23" fmla="*/ 323324 w 816339"/>
                <a:gd name="connsiteY23" fmla="*/ 74906 h 812914"/>
                <a:gd name="connsiteX24" fmla="*/ 315328 w 816339"/>
                <a:gd name="connsiteY24" fmla="*/ 74906 h 812914"/>
                <a:gd name="connsiteX25" fmla="*/ 275513 w 816339"/>
                <a:gd name="connsiteY25" fmla="*/ 36601 h 812914"/>
                <a:gd name="connsiteX26" fmla="*/ 275513 w 816339"/>
                <a:gd name="connsiteY26" fmla="*/ 35382 h 812914"/>
                <a:gd name="connsiteX27" fmla="*/ 286404 w 816339"/>
                <a:gd name="connsiteY27" fmla="*/ 11357 h 812914"/>
                <a:gd name="connsiteX28" fmla="*/ 312948 w 816339"/>
                <a:gd name="connsiteY28" fmla="*/ 460 h 812914"/>
                <a:gd name="connsiteX29" fmla="*/ 496702 w 816339"/>
                <a:gd name="connsiteY29" fmla="*/ 460 h 812914"/>
                <a:gd name="connsiteX30" fmla="*/ 536518 w 816339"/>
                <a:gd name="connsiteY30" fmla="*/ 38766 h 812914"/>
                <a:gd name="connsiteX31" fmla="*/ 536518 w 816339"/>
                <a:gd name="connsiteY31" fmla="*/ 39984 h 812914"/>
                <a:gd name="connsiteX32" fmla="*/ 525630 w 816339"/>
                <a:gd name="connsiteY32" fmla="*/ 63993 h 812914"/>
                <a:gd name="connsiteX33" fmla="*/ 499257 w 816339"/>
                <a:gd name="connsiteY33" fmla="*/ 74889 h 812914"/>
                <a:gd name="connsiteX34" fmla="*/ 488876 w 816339"/>
                <a:gd name="connsiteY34" fmla="*/ 74889 h 812914"/>
                <a:gd name="connsiteX35" fmla="*/ 488876 w 816339"/>
                <a:gd name="connsiteY35" fmla="*/ 110420 h 812914"/>
                <a:gd name="connsiteX36" fmla="*/ 502829 w 816339"/>
                <a:gd name="connsiteY36" fmla="*/ 169925 h 812914"/>
                <a:gd name="connsiteX37" fmla="*/ 542474 w 816339"/>
                <a:gd name="connsiteY37" fmla="*/ 249447 h 812914"/>
                <a:gd name="connsiteX38" fmla="*/ 565441 w 816339"/>
                <a:gd name="connsiteY38" fmla="*/ 266044 h 812914"/>
                <a:gd name="connsiteX39" fmla="*/ 772001 w 816339"/>
                <a:gd name="connsiteY39" fmla="*/ 295620 h 812914"/>
                <a:gd name="connsiteX40" fmla="*/ 811642 w 816339"/>
                <a:gd name="connsiteY40" fmla="*/ 328816 h 812914"/>
                <a:gd name="connsiteX41" fmla="*/ 799392 w 816339"/>
                <a:gd name="connsiteY41" fmla="*/ 379015 h 812914"/>
                <a:gd name="connsiteX42" fmla="*/ 596239 w 816339"/>
                <a:gd name="connsiteY42" fmla="*/ 491530 h 812914"/>
                <a:gd name="connsiteX43" fmla="*/ 739500 w 816339"/>
                <a:gd name="connsiteY43" fmla="*/ 352249 h 812914"/>
                <a:gd name="connsiteX44" fmla="*/ 541112 w 816339"/>
                <a:gd name="connsiteY44" fmla="*/ 323977 h 812914"/>
                <a:gd name="connsiteX45" fmla="*/ 494833 w 816339"/>
                <a:gd name="connsiteY45" fmla="*/ 290510 h 812914"/>
                <a:gd name="connsiteX46" fmla="*/ 438002 w 816339"/>
                <a:gd name="connsiteY46" fmla="*/ 176507 h 812914"/>
                <a:gd name="connsiteX47" fmla="*/ 423883 w 816339"/>
                <a:gd name="connsiteY47" fmla="*/ 116968 h 812914"/>
                <a:gd name="connsiteX48" fmla="*/ 423883 w 816339"/>
                <a:gd name="connsiteY48" fmla="*/ 83670 h 812914"/>
                <a:gd name="connsiteX49" fmla="*/ 415035 w 816339"/>
                <a:gd name="connsiteY49" fmla="*/ 74838 h 812914"/>
                <a:gd name="connsiteX50" fmla="*/ 396829 w 816339"/>
                <a:gd name="connsiteY50" fmla="*/ 74838 h 812914"/>
                <a:gd name="connsiteX51" fmla="*/ 387981 w 816339"/>
                <a:gd name="connsiteY51" fmla="*/ 83670 h 812914"/>
                <a:gd name="connsiteX52" fmla="*/ 387981 w 816339"/>
                <a:gd name="connsiteY52" fmla="*/ 117120 h 812914"/>
                <a:gd name="connsiteX53" fmla="*/ 374028 w 816339"/>
                <a:gd name="connsiteY53" fmla="*/ 176338 h 812914"/>
                <a:gd name="connsiteX54" fmla="*/ 317372 w 816339"/>
                <a:gd name="connsiteY54" fmla="*/ 290713 h 812914"/>
                <a:gd name="connsiteX55" fmla="*/ 271089 w 816339"/>
                <a:gd name="connsiteY55" fmla="*/ 324298 h 812914"/>
                <a:gd name="connsiteX56" fmla="*/ 72700 w 816339"/>
                <a:gd name="connsiteY56" fmla="*/ 353213 h 812914"/>
                <a:gd name="connsiteX57" fmla="*/ 221067 w 816339"/>
                <a:gd name="connsiteY57" fmla="*/ 496521 h 812914"/>
                <a:gd name="connsiteX58" fmla="*/ 235190 w 816339"/>
                <a:gd name="connsiteY58" fmla="*/ 540224 h 812914"/>
                <a:gd name="connsiteX59" fmla="*/ 198606 w 816339"/>
                <a:gd name="connsiteY59" fmla="*/ 742664 h 812914"/>
                <a:gd name="connsiteX60" fmla="*/ 378111 w 816339"/>
                <a:gd name="connsiteY60" fmla="*/ 649608 h 812914"/>
                <a:gd name="connsiteX61" fmla="*/ 406528 w 816339"/>
                <a:gd name="connsiteY61" fmla="*/ 642603 h 812914"/>
                <a:gd name="connsiteX62" fmla="*/ 435111 w 816339"/>
                <a:gd name="connsiteY62" fmla="*/ 649608 h 812914"/>
                <a:gd name="connsiteX63" fmla="*/ 612742 w 816339"/>
                <a:gd name="connsiteY63" fmla="*/ 742207 h 812914"/>
                <a:gd name="connsiteX64" fmla="*/ 578543 w 816339"/>
                <a:gd name="connsiteY64" fmla="*/ 545942 h 812914"/>
                <a:gd name="connsiteX65" fmla="*/ 596239 w 816339"/>
                <a:gd name="connsiteY65" fmla="*/ 491530 h 81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816339" h="812914">
                  <a:moveTo>
                    <a:pt x="799392" y="379015"/>
                  </a:moveTo>
                  <a:lnTo>
                    <a:pt x="650174" y="524134"/>
                  </a:lnTo>
                  <a:cubicBezTo>
                    <a:pt x="643029" y="531121"/>
                    <a:pt x="639797" y="541154"/>
                    <a:pt x="641496" y="550984"/>
                  </a:cubicBezTo>
                  <a:lnTo>
                    <a:pt x="677058" y="755506"/>
                  </a:lnTo>
                  <a:cubicBezTo>
                    <a:pt x="679609" y="769651"/>
                    <a:pt x="675695" y="784201"/>
                    <a:pt x="666341" y="795182"/>
                  </a:cubicBezTo>
                  <a:cubicBezTo>
                    <a:pt x="656982" y="806332"/>
                    <a:pt x="643199" y="812795"/>
                    <a:pt x="628565" y="812812"/>
                  </a:cubicBezTo>
                  <a:cubicBezTo>
                    <a:pt x="620568" y="812795"/>
                    <a:pt x="612742" y="810850"/>
                    <a:pt x="605768" y="807110"/>
                  </a:cubicBezTo>
                  <a:lnTo>
                    <a:pt x="420647" y="710670"/>
                  </a:lnTo>
                  <a:cubicBezTo>
                    <a:pt x="416223" y="708352"/>
                    <a:pt x="411288" y="707151"/>
                    <a:pt x="406358" y="707168"/>
                  </a:cubicBezTo>
                  <a:cubicBezTo>
                    <a:pt x="401423" y="707168"/>
                    <a:pt x="396658" y="708369"/>
                    <a:pt x="392234" y="710670"/>
                  </a:cubicBezTo>
                  <a:lnTo>
                    <a:pt x="205244" y="807804"/>
                  </a:lnTo>
                  <a:cubicBezTo>
                    <a:pt x="198270" y="811442"/>
                    <a:pt x="190440" y="813337"/>
                    <a:pt x="182443" y="813370"/>
                  </a:cubicBezTo>
                  <a:cubicBezTo>
                    <a:pt x="167813" y="813303"/>
                    <a:pt x="154030" y="806806"/>
                    <a:pt x="144672" y="795605"/>
                  </a:cubicBezTo>
                  <a:cubicBezTo>
                    <a:pt x="135313" y="784540"/>
                    <a:pt x="131400" y="769871"/>
                    <a:pt x="134125" y="755659"/>
                  </a:cubicBezTo>
                  <a:lnTo>
                    <a:pt x="171045" y="551526"/>
                  </a:lnTo>
                  <a:cubicBezTo>
                    <a:pt x="172748" y="541628"/>
                    <a:pt x="169512" y="531476"/>
                    <a:pt x="162197" y="524455"/>
                  </a:cubicBezTo>
                  <a:lnTo>
                    <a:pt x="12809" y="380115"/>
                  </a:lnTo>
                  <a:cubicBezTo>
                    <a:pt x="-634" y="367138"/>
                    <a:pt x="-5568" y="347664"/>
                    <a:pt x="218" y="329932"/>
                  </a:cubicBezTo>
                  <a:cubicBezTo>
                    <a:pt x="6004" y="312184"/>
                    <a:pt x="21316" y="299240"/>
                    <a:pt x="39863" y="296601"/>
                  </a:cubicBezTo>
                  <a:lnTo>
                    <a:pt x="246589" y="266383"/>
                  </a:lnTo>
                  <a:cubicBezTo>
                    <a:pt x="256458" y="264945"/>
                    <a:pt x="264966" y="258786"/>
                    <a:pt x="269390" y="249904"/>
                  </a:cubicBezTo>
                  <a:lnTo>
                    <a:pt x="309371" y="169266"/>
                  </a:lnTo>
                  <a:cubicBezTo>
                    <a:pt x="318560" y="150840"/>
                    <a:pt x="323324" y="130588"/>
                    <a:pt x="323324" y="110048"/>
                  </a:cubicBezTo>
                  <a:lnTo>
                    <a:pt x="323324" y="74906"/>
                  </a:lnTo>
                  <a:lnTo>
                    <a:pt x="315328" y="74906"/>
                  </a:lnTo>
                  <a:cubicBezTo>
                    <a:pt x="293719" y="75227"/>
                    <a:pt x="275853" y="58088"/>
                    <a:pt x="275513" y="36601"/>
                  </a:cubicBezTo>
                  <a:cubicBezTo>
                    <a:pt x="275513" y="36194"/>
                    <a:pt x="275513" y="35788"/>
                    <a:pt x="275513" y="35382"/>
                  </a:cubicBezTo>
                  <a:cubicBezTo>
                    <a:pt x="276023" y="26314"/>
                    <a:pt x="279937" y="17769"/>
                    <a:pt x="286404" y="11357"/>
                  </a:cubicBezTo>
                  <a:cubicBezTo>
                    <a:pt x="293379" y="4369"/>
                    <a:pt x="302908" y="460"/>
                    <a:pt x="312948" y="460"/>
                  </a:cubicBezTo>
                  <a:lnTo>
                    <a:pt x="496702" y="460"/>
                  </a:lnTo>
                  <a:cubicBezTo>
                    <a:pt x="518311" y="122"/>
                    <a:pt x="536177" y="17279"/>
                    <a:pt x="536518" y="38766"/>
                  </a:cubicBezTo>
                  <a:cubicBezTo>
                    <a:pt x="536518" y="39172"/>
                    <a:pt x="536518" y="39578"/>
                    <a:pt x="536518" y="39984"/>
                  </a:cubicBezTo>
                  <a:cubicBezTo>
                    <a:pt x="535836" y="49036"/>
                    <a:pt x="532094" y="57581"/>
                    <a:pt x="525630" y="63993"/>
                  </a:cubicBezTo>
                  <a:cubicBezTo>
                    <a:pt x="518651" y="70981"/>
                    <a:pt x="509122" y="74906"/>
                    <a:pt x="499257" y="74889"/>
                  </a:cubicBezTo>
                  <a:lnTo>
                    <a:pt x="488876" y="74889"/>
                  </a:lnTo>
                  <a:lnTo>
                    <a:pt x="488876" y="110420"/>
                  </a:lnTo>
                  <a:cubicBezTo>
                    <a:pt x="488876" y="131061"/>
                    <a:pt x="493640" y="151432"/>
                    <a:pt x="502829" y="169925"/>
                  </a:cubicBezTo>
                  <a:lnTo>
                    <a:pt x="542474" y="249447"/>
                  </a:lnTo>
                  <a:cubicBezTo>
                    <a:pt x="546898" y="258397"/>
                    <a:pt x="555406" y="264606"/>
                    <a:pt x="565441" y="266044"/>
                  </a:cubicBezTo>
                  <a:lnTo>
                    <a:pt x="772001" y="295620"/>
                  </a:lnTo>
                  <a:cubicBezTo>
                    <a:pt x="790544" y="298192"/>
                    <a:pt x="806030" y="311084"/>
                    <a:pt x="811642" y="328816"/>
                  </a:cubicBezTo>
                  <a:cubicBezTo>
                    <a:pt x="817598" y="346513"/>
                    <a:pt x="812834" y="366055"/>
                    <a:pt x="799392" y="379015"/>
                  </a:cubicBezTo>
                  <a:close/>
                  <a:moveTo>
                    <a:pt x="596239" y="491530"/>
                  </a:moveTo>
                  <a:lnTo>
                    <a:pt x="739500" y="352249"/>
                  </a:lnTo>
                  <a:lnTo>
                    <a:pt x="541112" y="323977"/>
                  </a:lnTo>
                  <a:cubicBezTo>
                    <a:pt x="521206" y="321049"/>
                    <a:pt x="503851" y="308546"/>
                    <a:pt x="494833" y="290510"/>
                  </a:cubicBezTo>
                  <a:lnTo>
                    <a:pt x="438002" y="176507"/>
                  </a:lnTo>
                  <a:cubicBezTo>
                    <a:pt x="428814" y="157997"/>
                    <a:pt x="423883" y="137626"/>
                    <a:pt x="423883" y="116968"/>
                  </a:cubicBezTo>
                  <a:lnTo>
                    <a:pt x="423883" y="83670"/>
                  </a:lnTo>
                  <a:cubicBezTo>
                    <a:pt x="423883" y="78797"/>
                    <a:pt x="419966" y="74838"/>
                    <a:pt x="415035" y="74838"/>
                  </a:cubicBezTo>
                  <a:lnTo>
                    <a:pt x="396829" y="74838"/>
                  </a:lnTo>
                  <a:cubicBezTo>
                    <a:pt x="391894" y="74838"/>
                    <a:pt x="387981" y="78797"/>
                    <a:pt x="387981" y="83670"/>
                  </a:cubicBezTo>
                  <a:lnTo>
                    <a:pt x="387981" y="117120"/>
                  </a:lnTo>
                  <a:cubicBezTo>
                    <a:pt x="387981" y="137660"/>
                    <a:pt x="383216" y="157913"/>
                    <a:pt x="374028" y="176338"/>
                  </a:cubicBezTo>
                  <a:lnTo>
                    <a:pt x="317372" y="290713"/>
                  </a:lnTo>
                  <a:cubicBezTo>
                    <a:pt x="308354" y="308749"/>
                    <a:pt x="291169" y="321269"/>
                    <a:pt x="271089" y="324298"/>
                  </a:cubicBezTo>
                  <a:lnTo>
                    <a:pt x="72700" y="353213"/>
                  </a:lnTo>
                  <a:lnTo>
                    <a:pt x="221067" y="496521"/>
                  </a:lnTo>
                  <a:cubicBezTo>
                    <a:pt x="232806" y="507823"/>
                    <a:pt x="238081" y="524218"/>
                    <a:pt x="235190" y="540224"/>
                  </a:cubicBezTo>
                  <a:lnTo>
                    <a:pt x="198606" y="742664"/>
                  </a:lnTo>
                  <a:lnTo>
                    <a:pt x="378111" y="649608"/>
                  </a:lnTo>
                  <a:cubicBezTo>
                    <a:pt x="386788" y="645023"/>
                    <a:pt x="396658" y="642620"/>
                    <a:pt x="406528" y="642603"/>
                  </a:cubicBezTo>
                  <a:cubicBezTo>
                    <a:pt x="416564" y="642620"/>
                    <a:pt x="426434" y="645023"/>
                    <a:pt x="435111" y="649608"/>
                  </a:cubicBezTo>
                  <a:lnTo>
                    <a:pt x="612742" y="742207"/>
                  </a:lnTo>
                  <a:lnTo>
                    <a:pt x="578543" y="545942"/>
                  </a:lnTo>
                  <a:cubicBezTo>
                    <a:pt x="574971" y="526011"/>
                    <a:pt x="581604" y="505657"/>
                    <a:pt x="596239" y="491530"/>
                  </a:cubicBezTo>
                  <a:close/>
                </a:path>
              </a:pathLst>
            </a:custGeom>
            <a:solidFill>
              <a:srgbClr val="FFFFFF"/>
            </a:solidFill>
            <a:ln w="16983" cap="flat">
              <a:noFill/>
              <a:prstDash val="solid"/>
              <a:miter/>
            </a:ln>
          </p:spPr>
          <p:txBody>
            <a:bodyPr rtlCol="0" anchor="ctr"/>
            <a:lstStyle/>
            <a:p>
              <a:endParaRPr lang="en-PK"/>
            </a:p>
          </p:txBody>
        </p:sp>
        <p:sp>
          <p:nvSpPr>
            <p:cNvPr id="8" name="Freeform: Shape 7">
              <a:extLst>
                <a:ext uri="{FF2B5EF4-FFF2-40B4-BE49-F238E27FC236}">
                  <a16:creationId xmlns:a16="http://schemas.microsoft.com/office/drawing/2014/main" id="{D85B9BAC-C34A-A7AB-7377-3F4DC7A3F230}"/>
                </a:ext>
              </a:extLst>
            </p:cNvPr>
            <p:cNvSpPr/>
            <p:nvPr/>
          </p:nvSpPr>
          <p:spPr>
            <a:xfrm>
              <a:off x="1110512" y="3853314"/>
              <a:ext cx="409541" cy="284533"/>
            </a:xfrm>
            <a:custGeom>
              <a:avLst/>
              <a:gdLst>
                <a:gd name="connsiteX0" fmla="*/ 344036 w 409541"/>
                <a:gd name="connsiteY0" fmla="*/ 62644 h 284533"/>
                <a:gd name="connsiteX1" fmla="*/ 321576 w 409541"/>
                <a:gd name="connsiteY1" fmla="*/ 142402 h 284533"/>
                <a:gd name="connsiteX2" fmla="*/ 346416 w 409541"/>
                <a:gd name="connsiteY2" fmla="*/ 284407 h 284533"/>
                <a:gd name="connsiteX3" fmla="*/ 217955 w 409541"/>
                <a:gd name="connsiteY3" fmla="*/ 217491 h 284533"/>
                <a:gd name="connsiteX4" fmla="*/ 172698 w 409541"/>
                <a:gd name="connsiteY4" fmla="*/ 206459 h 284533"/>
                <a:gd name="connsiteX5" fmla="*/ 139180 w 409541"/>
                <a:gd name="connsiteY5" fmla="*/ 212550 h 284533"/>
                <a:gd name="connsiteX6" fmla="*/ 127777 w 409541"/>
                <a:gd name="connsiteY6" fmla="*/ 217474 h 284533"/>
                <a:gd name="connsiteX7" fmla="*/ -2212 w 409541"/>
                <a:gd name="connsiteY7" fmla="*/ 284914 h 284533"/>
                <a:gd name="connsiteX8" fmla="*/ 407330 w 409541"/>
                <a:gd name="connsiteY8" fmla="*/ 381 h 284533"/>
                <a:gd name="connsiteX9" fmla="*/ 349307 w 409541"/>
                <a:gd name="connsiteY9" fmla="*/ 56925 h 284533"/>
                <a:gd name="connsiteX10" fmla="*/ 344377 w 409541"/>
                <a:gd name="connsiteY10" fmla="*/ 62374 h 28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9541" h="284533">
                  <a:moveTo>
                    <a:pt x="344036" y="62644"/>
                  </a:moveTo>
                  <a:cubicBezTo>
                    <a:pt x="324807" y="84504"/>
                    <a:pt x="316641" y="113808"/>
                    <a:pt x="321576" y="142402"/>
                  </a:cubicBezTo>
                  <a:lnTo>
                    <a:pt x="346416" y="284407"/>
                  </a:lnTo>
                  <a:lnTo>
                    <a:pt x="217955" y="217491"/>
                  </a:lnTo>
                  <a:cubicBezTo>
                    <a:pt x="204006" y="210300"/>
                    <a:pt x="188521" y="206527"/>
                    <a:pt x="172698" y="206459"/>
                  </a:cubicBezTo>
                  <a:cubicBezTo>
                    <a:pt x="161300" y="206459"/>
                    <a:pt x="149897" y="208523"/>
                    <a:pt x="139180" y="212550"/>
                  </a:cubicBezTo>
                  <a:cubicBezTo>
                    <a:pt x="135267" y="213920"/>
                    <a:pt x="131524" y="215562"/>
                    <a:pt x="127777" y="217474"/>
                  </a:cubicBezTo>
                  <a:lnTo>
                    <a:pt x="-2212" y="284914"/>
                  </a:lnTo>
                  <a:lnTo>
                    <a:pt x="407330" y="381"/>
                  </a:lnTo>
                  <a:lnTo>
                    <a:pt x="349307" y="56925"/>
                  </a:lnTo>
                  <a:cubicBezTo>
                    <a:pt x="347438" y="58583"/>
                    <a:pt x="345905" y="60411"/>
                    <a:pt x="344377" y="62374"/>
                  </a:cubicBezTo>
                  <a:close/>
                </a:path>
              </a:pathLst>
            </a:custGeom>
            <a:solidFill>
              <a:srgbClr val="FFFFFF">
                <a:alpha val="30000"/>
              </a:srgbClr>
            </a:solidFill>
            <a:ln w="16983" cap="flat">
              <a:noFill/>
              <a:prstDash val="solid"/>
              <a:miter/>
            </a:ln>
          </p:spPr>
          <p:txBody>
            <a:bodyPr rtlCol="0" anchor="ctr"/>
            <a:lstStyle/>
            <a:p>
              <a:endParaRPr lang="en-PK"/>
            </a:p>
          </p:txBody>
        </p:sp>
      </p:grpSp>
    </p:spTree>
    <p:extLst>
      <p:ext uri="{BB962C8B-B14F-4D97-AF65-F5344CB8AC3E}">
        <p14:creationId xmlns:p14="http://schemas.microsoft.com/office/powerpoint/2010/main" val="3360377498"/>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Damask</Template>
  <TotalTime>84</TotalTime>
  <Words>450</Words>
  <Application>Microsoft Office PowerPoint</Application>
  <PresentationFormat>Widescreen</PresentationFormat>
  <Paragraphs>48</Paragraphs>
  <Slides>13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Calibri Light</vt:lpstr>
      <vt:lpstr>office theme</vt:lpstr>
      <vt:lpstr>SEO Report  Q1, 2024</vt:lpstr>
      <vt:lpstr>SEO Scores Before</vt:lpstr>
      <vt:lpstr>A Gradual Process</vt:lpstr>
      <vt:lpstr>1.Content creation </vt:lpstr>
      <vt:lpstr>2.Optimizing Content </vt:lpstr>
      <vt:lpstr>3.Meta Descriptions</vt:lpstr>
      <vt:lpstr>4.Keyword research </vt:lpstr>
      <vt:lpstr>5.Following the trends </vt:lpstr>
      <vt:lpstr>6.Domain research </vt:lpstr>
      <vt:lpstr>SEO Scores </vt:lpstr>
      <vt:lpstr>SEO Scores </vt:lpstr>
      <vt:lpstr>SEO Scores </vt:lpstr>
      <vt:lpstr>Can we collaborate to optimize Ideal Jewelry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ZUNAIRA SABIR</cp:lastModifiedBy>
  <cp:revision>12</cp:revision>
  <dcterms:created xsi:type="dcterms:W3CDTF">2024-03-14T08:53:34Z</dcterms:created>
  <dcterms:modified xsi:type="dcterms:W3CDTF">2026-04-16T16:08:21Z</dcterms:modified>
</cp:coreProperties>
</file>